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56" r:id="rId2"/>
  </p:sldIdLst>
  <p:sldSz cx="43891200" cy="32918400"/>
  <p:notesSz cx="6858000" cy="9710738"/>
  <p:defaultTextStyle>
    <a:defPPr>
      <a:defRPr lang="en-US"/>
    </a:defPPr>
    <a:lvl1pPr algn="l" rtl="0" eaLnBrk="0" fontAlgn="base" hangingPunct="0">
      <a:spcBef>
        <a:spcPct val="0"/>
      </a:spcBef>
      <a:spcAft>
        <a:spcPct val="0"/>
      </a:spcAft>
      <a:defRPr sz="8000"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8000"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8000"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8000"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8000" b="1" kern="1200">
        <a:solidFill>
          <a:schemeClr val="tx1"/>
        </a:solidFill>
        <a:latin typeface="Times New Roman" panose="02020603050405020304" pitchFamily="18" charset="0"/>
        <a:ea typeface="+mn-ea"/>
        <a:cs typeface="+mn-cs"/>
      </a:defRPr>
    </a:lvl5pPr>
    <a:lvl6pPr marL="2286000" algn="l" defTabSz="914400" rtl="0" eaLnBrk="1" latinLnBrk="0" hangingPunct="1">
      <a:defRPr sz="8000" b="1" kern="1200">
        <a:solidFill>
          <a:schemeClr val="tx1"/>
        </a:solidFill>
        <a:latin typeface="Times New Roman" panose="02020603050405020304" pitchFamily="18" charset="0"/>
        <a:ea typeface="+mn-ea"/>
        <a:cs typeface="+mn-cs"/>
      </a:defRPr>
    </a:lvl6pPr>
    <a:lvl7pPr marL="2743200" algn="l" defTabSz="914400" rtl="0" eaLnBrk="1" latinLnBrk="0" hangingPunct="1">
      <a:defRPr sz="8000" b="1" kern="1200">
        <a:solidFill>
          <a:schemeClr val="tx1"/>
        </a:solidFill>
        <a:latin typeface="Times New Roman" panose="02020603050405020304" pitchFamily="18" charset="0"/>
        <a:ea typeface="+mn-ea"/>
        <a:cs typeface="+mn-cs"/>
      </a:defRPr>
    </a:lvl7pPr>
    <a:lvl8pPr marL="3200400" algn="l" defTabSz="914400" rtl="0" eaLnBrk="1" latinLnBrk="0" hangingPunct="1">
      <a:defRPr sz="8000" b="1" kern="1200">
        <a:solidFill>
          <a:schemeClr val="tx1"/>
        </a:solidFill>
        <a:latin typeface="Times New Roman" panose="02020603050405020304" pitchFamily="18" charset="0"/>
        <a:ea typeface="+mn-ea"/>
        <a:cs typeface="+mn-cs"/>
      </a:defRPr>
    </a:lvl8pPr>
    <a:lvl9pPr marL="3657600" algn="l" defTabSz="914400" rtl="0" eaLnBrk="1" latinLnBrk="0" hangingPunct="1">
      <a:defRPr sz="80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a:srgbClr val="CCFFFF"/>
    <a:srgbClr val="00FFCC"/>
    <a:srgbClr val="0000FF"/>
    <a:srgbClr val="FF66CC"/>
    <a:srgbClr val="FF5050"/>
    <a:srgbClr val="FF99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1297" autoAdjust="0"/>
    <p:restoredTop sz="99805" autoAdjust="0"/>
  </p:normalViewPr>
  <p:slideViewPr>
    <p:cSldViewPr>
      <p:cViewPr varScale="1">
        <p:scale>
          <a:sx n="13" d="100"/>
          <a:sy n="13" d="100"/>
        </p:scale>
        <p:origin x="1708" y="140"/>
      </p:cViewPr>
      <p:guideLst>
        <p:guide orient="horz" pos="10368"/>
        <p:guide pos="13824"/>
      </p:guideLst>
    </p:cSldViewPr>
  </p:slideViewPr>
  <p:outlineViewPr>
    <p:cViewPr>
      <p:scale>
        <a:sx n="33" d="100"/>
        <a:sy n="33" d="100"/>
      </p:scale>
      <p:origin x="0" y="0"/>
    </p:cViewPr>
  </p:outlineViewPr>
  <p:notesTextViewPr>
    <p:cViewPr>
      <p:scale>
        <a:sx n="33" d="100"/>
        <a:sy n="33"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BA04A07-EFEF-CC27-A1A1-F8AA17A6389B}"/>
              </a:ext>
            </a:extLst>
          </p:cNvPr>
          <p:cNvSpPr>
            <a:spLocks noGrp="1" noChangeArrowheads="1"/>
          </p:cNvSpPr>
          <p:nvPr>
            <p:ph type="hdr" sz="quarter"/>
          </p:nvPr>
        </p:nvSpPr>
        <p:spPr bwMode="auto">
          <a:xfrm>
            <a:off x="0" y="0"/>
            <a:ext cx="2971800" cy="484188"/>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algn="l" defTabSz="923925" eaLnBrk="1" hangingPunct="1">
              <a:spcBef>
                <a:spcPct val="0"/>
              </a:spcBef>
              <a:defRPr sz="1200" b="0"/>
            </a:lvl1pPr>
          </a:lstStyle>
          <a:p>
            <a:pPr>
              <a:defRPr/>
            </a:pPr>
            <a:endParaRPr lang="en-US"/>
          </a:p>
        </p:txBody>
      </p:sp>
      <p:sp>
        <p:nvSpPr>
          <p:cNvPr id="4099" name="Rectangle 3">
            <a:extLst>
              <a:ext uri="{FF2B5EF4-FFF2-40B4-BE49-F238E27FC236}">
                <a16:creationId xmlns:a16="http://schemas.microsoft.com/office/drawing/2014/main" id="{4781817A-6D2B-85B3-B3D9-1D39BEC4EC39}"/>
              </a:ext>
            </a:extLst>
          </p:cNvPr>
          <p:cNvSpPr>
            <a:spLocks noGrp="1" noChangeArrowheads="1"/>
          </p:cNvSpPr>
          <p:nvPr>
            <p:ph type="dt" sz="quarter" idx="1"/>
          </p:nvPr>
        </p:nvSpPr>
        <p:spPr bwMode="auto">
          <a:xfrm>
            <a:off x="3886200" y="0"/>
            <a:ext cx="2971800" cy="484188"/>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algn="r" defTabSz="923925" eaLnBrk="1" hangingPunct="1">
              <a:spcBef>
                <a:spcPct val="0"/>
              </a:spcBef>
              <a:defRPr sz="1200" b="0"/>
            </a:lvl1pPr>
          </a:lstStyle>
          <a:p>
            <a:pPr>
              <a:defRPr/>
            </a:pPr>
            <a:endParaRPr lang="en-US"/>
          </a:p>
        </p:txBody>
      </p:sp>
      <p:sp>
        <p:nvSpPr>
          <p:cNvPr id="4100" name="Rectangle 4">
            <a:extLst>
              <a:ext uri="{FF2B5EF4-FFF2-40B4-BE49-F238E27FC236}">
                <a16:creationId xmlns:a16="http://schemas.microsoft.com/office/drawing/2014/main" id="{5AA05915-2DDE-0946-A666-6AC4FCC9C5D5}"/>
              </a:ext>
            </a:extLst>
          </p:cNvPr>
          <p:cNvSpPr>
            <a:spLocks noGrp="1" noChangeArrowheads="1"/>
          </p:cNvSpPr>
          <p:nvPr>
            <p:ph type="ftr" sz="quarter" idx="2"/>
          </p:nvPr>
        </p:nvSpPr>
        <p:spPr bwMode="auto">
          <a:xfrm>
            <a:off x="0" y="9226550"/>
            <a:ext cx="2971800" cy="484188"/>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algn="l" defTabSz="923925" eaLnBrk="1" hangingPunct="1">
              <a:spcBef>
                <a:spcPct val="0"/>
              </a:spcBef>
              <a:defRPr sz="1200" b="0"/>
            </a:lvl1pPr>
          </a:lstStyle>
          <a:p>
            <a:pPr>
              <a:defRPr/>
            </a:pPr>
            <a:endParaRPr lang="en-US"/>
          </a:p>
        </p:txBody>
      </p:sp>
      <p:sp>
        <p:nvSpPr>
          <p:cNvPr id="4101" name="Rectangle 5">
            <a:extLst>
              <a:ext uri="{FF2B5EF4-FFF2-40B4-BE49-F238E27FC236}">
                <a16:creationId xmlns:a16="http://schemas.microsoft.com/office/drawing/2014/main" id="{64CA411D-E1F6-4F5E-2F6F-B89FDA2746FA}"/>
              </a:ext>
            </a:extLst>
          </p:cNvPr>
          <p:cNvSpPr>
            <a:spLocks noGrp="1" noChangeArrowheads="1"/>
          </p:cNvSpPr>
          <p:nvPr>
            <p:ph type="sldNum" sz="quarter" idx="3"/>
          </p:nvPr>
        </p:nvSpPr>
        <p:spPr bwMode="auto">
          <a:xfrm>
            <a:off x="3886200" y="9226550"/>
            <a:ext cx="2971800" cy="484188"/>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algn="r" defTabSz="923925" eaLnBrk="1" hangingPunct="1">
              <a:defRPr sz="1200" b="0" smtClean="0"/>
            </a:lvl1pPr>
          </a:lstStyle>
          <a:p>
            <a:pPr>
              <a:defRPr/>
            </a:pPr>
            <a:fld id="{98E34E60-2C5F-472A-9F77-0F8CE7777197}"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1CD30333-5709-8C7E-0138-33021838104E}"/>
              </a:ext>
            </a:extLst>
          </p:cNvPr>
          <p:cNvSpPr>
            <a:spLocks noGrp="1" noChangeArrowheads="1"/>
          </p:cNvSpPr>
          <p:nvPr>
            <p:ph type="hdr" sz="quarter"/>
          </p:nvPr>
        </p:nvSpPr>
        <p:spPr bwMode="auto">
          <a:xfrm>
            <a:off x="0" y="0"/>
            <a:ext cx="2971800" cy="485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b="0"/>
            </a:lvl1pPr>
          </a:lstStyle>
          <a:p>
            <a:pPr>
              <a:defRPr/>
            </a:pPr>
            <a:endParaRPr lang="en-US"/>
          </a:p>
        </p:txBody>
      </p:sp>
      <p:sp>
        <p:nvSpPr>
          <p:cNvPr id="9219" name="Rectangle 3">
            <a:extLst>
              <a:ext uri="{FF2B5EF4-FFF2-40B4-BE49-F238E27FC236}">
                <a16:creationId xmlns:a16="http://schemas.microsoft.com/office/drawing/2014/main" id="{E79B3A94-F591-780D-75D4-E58C8B6C44F7}"/>
              </a:ext>
            </a:extLst>
          </p:cNvPr>
          <p:cNvSpPr>
            <a:spLocks noGrp="1" noChangeArrowheads="1"/>
          </p:cNvSpPr>
          <p:nvPr>
            <p:ph type="dt" idx="1"/>
          </p:nvPr>
        </p:nvSpPr>
        <p:spPr bwMode="auto">
          <a:xfrm>
            <a:off x="3884613" y="0"/>
            <a:ext cx="2971800" cy="485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b="0"/>
            </a:lvl1pPr>
          </a:lstStyle>
          <a:p>
            <a:pPr>
              <a:defRPr/>
            </a:pPr>
            <a:endParaRPr lang="en-US"/>
          </a:p>
        </p:txBody>
      </p:sp>
      <p:sp>
        <p:nvSpPr>
          <p:cNvPr id="2052" name="Rectangle 4">
            <a:extLst>
              <a:ext uri="{FF2B5EF4-FFF2-40B4-BE49-F238E27FC236}">
                <a16:creationId xmlns:a16="http://schemas.microsoft.com/office/drawing/2014/main" id="{14D9D629-E75F-5AF0-6DF3-94F1FAD1FEB8}"/>
              </a:ext>
            </a:extLst>
          </p:cNvPr>
          <p:cNvSpPr>
            <a:spLocks noGrp="1" noRot="1" noChangeAspect="1" noChangeArrowheads="1" noTextEdit="1"/>
          </p:cNvSpPr>
          <p:nvPr>
            <p:ph type="sldImg" idx="2"/>
          </p:nvPr>
        </p:nvSpPr>
        <p:spPr bwMode="auto">
          <a:xfrm>
            <a:off x="1003300" y="728663"/>
            <a:ext cx="4852988" cy="36401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a:extLst>
              <a:ext uri="{FF2B5EF4-FFF2-40B4-BE49-F238E27FC236}">
                <a16:creationId xmlns:a16="http://schemas.microsoft.com/office/drawing/2014/main" id="{14DF6F3D-8A93-7C2B-57ED-B09F047842B5}"/>
              </a:ext>
            </a:extLst>
          </p:cNvPr>
          <p:cNvSpPr>
            <a:spLocks noGrp="1" noChangeArrowheads="1"/>
          </p:cNvSpPr>
          <p:nvPr>
            <p:ph type="body" sz="quarter" idx="3"/>
          </p:nvPr>
        </p:nvSpPr>
        <p:spPr bwMode="auto">
          <a:xfrm>
            <a:off x="685800" y="4613275"/>
            <a:ext cx="5486400" cy="4368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a:extLst>
              <a:ext uri="{FF2B5EF4-FFF2-40B4-BE49-F238E27FC236}">
                <a16:creationId xmlns:a16="http://schemas.microsoft.com/office/drawing/2014/main" id="{5D63370D-E694-8459-92C4-5C72235E27D8}"/>
              </a:ext>
            </a:extLst>
          </p:cNvPr>
          <p:cNvSpPr>
            <a:spLocks noGrp="1" noChangeArrowheads="1"/>
          </p:cNvSpPr>
          <p:nvPr>
            <p:ph type="ftr" sz="quarter" idx="4"/>
          </p:nvPr>
        </p:nvSpPr>
        <p:spPr bwMode="auto">
          <a:xfrm>
            <a:off x="0" y="9223375"/>
            <a:ext cx="2971800" cy="4857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b="0"/>
            </a:lvl1pPr>
          </a:lstStyle>
          <a:p>
            <a:pPr>
              <a:defRPr/>
            </a:pPr>
            <a:endParaRPr lang="en-US"/>
          </a:p>
        </p:txBody>
      </p:sp>
      <p:sp>
        <p:nvSpPr>
          <p:cNvPr id="9223" name="Rectangle 7">
            <a:extLst>
              <a:ext uri="{FF2B5EF4-FFF2-40B4-BE49-F238E27FC236}">
                <a16:creationId xmlns:a16="http://schemas.microsoft.com/office/drawing/2014/main" id="{BFCF49D1-E409-CD94-4726-79BF2D1653AF}"/>
              </a:ext>
            </a:extLst>
          </p:cNvPr>
          <p:cNvSpPr>
            <a:spLocks noGrp="1" noChangeArrowheads="1"/>
          </p:cNvSpPr>
          <p:nvPr>
            <p:ph type="sldNum" sz="quarter" idx="5"/>
          </p:nvPr>
        </p:nvSpPr>
        <p:spPr bwMode="auto">
          <a:xfrm>
            <a:off x="3884613" y="9223375"/>
            <a:ext cx="2971800" cy="4857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smtClean="0"/>
            </a:lvl1pPr>
          </a:lstStyle>
          <a:p>
            <a:pPr>
              <a:defRPr/>
            </a:pPr>
            <a:fld id="{B14759A5-BA74-4C85-B837-4E34ED1C9F0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A4407C48-D241-1998-29AD-25471F42F2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32C2355-1A96-484F-99AC-1007E0325617}" type="slidenum">
              <a:rPr lang="en-US" altLang="en-US"/>
              <a:pPr>
                <a:spcBef>
                  <a:spcPct val="0"/>
                </a:spcBef>
              </a:pPr>
              <a:t>1</a:t>
            </a:fld>
            <a:endParaRPr lang="en-US" altLang="en-US"/>
          </a:p>
        </p:txBody>
      </p:sp>
      <p:sp>
        <p:nvSpPr>
          <p:cNvPr id="5123" name="Rectangle 2">
            <a:extLst>
              <a:ext uri="{FF2B5EF4-FFF2-40B4-BE49-F238E27FC236}">
                <a16:creationId xmlns:a16="http://schemas.microsoft.com/office/drawing/2014/main" id="{6FC124CE-BD84-B9A5-8983-EEB9AF7B29A7}"/>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9355F944-C470-73BB-A831-630847E063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F0D44722-15AD-75EA-611A-F90E79A0382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13190BD6-1F4B-14C3-A287-DD57791C9AA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72727D8-2ECD-62A4-1F52-E6CCE915560A}"/>
              </a:ext>
            </a:extLst>
          </p:cNvPr>
          <p:cNvSpPr>
            <a:spLocks noGrp="1" noChangeArrowheads="1"/>
          </p:cNvSpPr>
          <p:nvPr>
            <p:ph type="sldNum" sz="quarter" idx="12"/>
          </p:nvPr>
        </p:nvSpPr>
        <p:spPr>
          <a:ln/>
        </p:spPr>
        <p:txBody>
          <a:bodyPr/>
          <a:lstStyle>
            <a:lvl1pPr>
              <a:defRPr/>
            </a:lvl1pPr>
          </a:lstStyle>
          <a:p>
            <a:pPr>
              <a:defRPr/>
            </a:pPr>
            <a:fld id="{4E5ADB71-D9D6-4C4C-AD07-06ED383F6C7E}" type="slidenum">
              <a:rPr lang="en-US" altLang="en-US"/>
              <a:pPr>
                <a:defRPr/>
              </a:pPr>
              <a:t>‹#›</a:t>
            </a:fld>
            <a:endParaRPr lang="en-US" altLang="en-US"/>
          </a:p>
        </p:txBody>
      </p:sp>
    </p:spTree>
    <p:extLst>
      <p:ext uri="{BB962C8B-B14F-4D97-AF65-F5344CB8AC3E}">
        <p14:creationId xmlns:p14="http://schemas.microsoft.com/office/powerpoint/2010/main" val="1340173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6DE9E6B-7F2C-5666-1C67-022873C314F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56D2EF94-0411-DFF3-79F1-9499066013B8}"/>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92C41C8-04F9-06B2-2844-3FB700B589E1}"/>
              </a:ext>
            </a:extLst>
          </p:cNvPr>
          <p:cNvSpPr>
            <a:spLocks noGrp="1" noChangeArrowheads="1"/>
          </p:cNvSpPr>
          <p:nvPr>
            <p:ph type="sldNum" sz="quarter" idx="12"/>
          </p:nvPr>
        </p:nvSpPr>
        <p:spPr>
          <a:ln/>
        </p:spPr>
        <p:txBody>
          <a:bodyPr/>
          <a:lstStyle>
            <a:lvl1pPr>
              <a:defRPr/>
            </a:lvl1pPr>
          </a:lstStyle>
          <a:p>
            <a:pPr>
              <a:defRPr/>
            </a:pPr>
            <a:fld id="{3B403F11-F655-4B08-A4DE-8DAB297A1A56}" type="slidenum">
              <a:rPr lang="en-US" altLang="en-US"/>
              <a:pPr>
                <a:defRPr/>
              </a:pPr>
              <a:t>‹#›</a:t>
            </a:fld>
            <a:endParaRPr lang="en-US" altLang="en-US"/>
          </a:p>
        </p:txBody>
      </p:sp>
    </p:spTree>
    <p:extLst>
      <p:ext uri="{BB962C8B-B14F-4D97-AF65-F5344CB8AC3E}">
        <p14:creationId xmlns:p14="http://schemas.microsoft.com/office/powerpoint/2010/main" val="2236901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D3F2DF43-1F25-9898-926E-2FDA90A8309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8B66F5B-F447-0951-BF47-29CA130DFBD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5E93E98-E5C0-D3B9-2979-82638C87025E}"/>
              </a:ext>
            </a:extLst>
          </p:cNvPr>
          <p:cNvSpPr>
            <a:spLocks noGrp="1" noChangeArrowheads="1"/>
          </p:cNvSpPr>
          <p:nvPr>
            <p:ph type="sldNum" sz="quarter" idx="12"/>
          </p:nvPr>
        </p:nvSpPr>
        <p:spPr>
          <a:ln/>
        </p:spPr>
        <p:txBody>
          <a:bodyPr/>
          <a:lstStyle>
            <a:lvl1pPr>
              <a:defRPr/>
            </a:lvl1pPr>
          </a:lstStyle>
          <a:p>
            <a:pPr>
              <a:defRPr/>
            </a:pPr>
            <a:fld id="{7AAB1F90-C5C2-4045-BAF0-1FDAE4DFF646}" type="slidenum">
              <a:rPr lang="en-US" altLang="en-US"/>
              <a:pPr>
                <a:defRPr/>
              </a:pPr>
              <a:t>‹#›</a:t>
            </a:fld>
            <a:endParaRPr lang="en-US" altLang="en-US"/>
          </a:p>
        </p:txBody>
      </p:sp>
    </p:spTree>
    <p:extLst>
      <p:ext uri="{BB962C8B-B14F-4D97-AF65-F5344CB8AC3E}">
        <p14:creationId xmlns:p14="http://schemas.microsoft.com/office/powerpoint/2010/main" val="3825093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90888" y="9510713"/>
            <a:ext cx="18578512" cy="19750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9510713"/>
            <a:ext cx="18578513" cy="19750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404A776-8B88-6E49-3485-76816DD99AF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874DA468-BAFF-CC01-9622-01EED2002C4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FDEBA482-3918-065A-87DA-9A55ECE1E93B}"/>
              </a:ext>
            </a:extLst>
          </p:cNvPr>
          <p:cNvSpPr>
            <a:spLocks noGrp="1" noChangeArrowheads="1"/>
          </p:cNvSpPr>
          <p:nvPr>
            <p:ph type="sldNum" sz="quarter" idx="12"/>
          </p:nvPr>
        </p:nvSpPr>
        <p:spPr>
          <a:ln/>
        </p:spPr>
        <p:txBody>
          <a:bodyPr/>
          <a:lstStyle>
            <a:lvl1pPr>
              <a:defRPr/>
            </a:lvl1pPr>
          </a:lstStyle>
          <a:p>
            <a:pPr>
              <a:defRPr/>
            </a:pPr>
            <a:fld id="{2C82F380-5B7F-41C2-A98C-9EE93498AEF2}" type="slidenum">
              <a:rPr lang="en-US" altLang="en-US"/>
              <a:pPr>
                <a:defRPr/>
              </a:pPr>
              <a:t>‹#›</a:t>
            </a:fld>
            <a:endParaRPr lang="en-US" altLang="en-US"/>
          </a:p>
        </p:txBody>
      </p:sp>
    </p:spTree>
    <p:extLst>
      <p:ext uri="{BB962C8B-B14F-4D97-AF65-F5344CB8AC3E}">
        <p14:creationId xmlns:p14="http://schemas.microsoft.com/office/powerpoint/2010/main" val="985128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6F86FF9-9954-4A54-49CF-E8F52D3D0ED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63DF63BF-261A-9BB1-70A4-797911F9032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776946A0-4C91-5207-BFA8-250896F374E9}"/>
              </a:ext>
            </a:extLst>
          </p:cNvPr>
          <p:cNvSpPr>
            <a:spLocks noGrp="1" noChangeArrowheads="1"/>
          </p:cNvSpPr>
          <p:nvPr>
            <p:ph type="sldNum" sz="quarter" idx="12"/>
          </p:nvPr>
        </p:nvSpPr>
        <p:spPr>
          <a:ln/>
        </p:spPr>
        <p:txBody>
          <a:bodyPr/>
          <a:lstStyle>
            <a:lvl1pPr>
              <a:defRPr/>
            </a:lvl1pPr>
          </a:lstStyle>
          <a:p>
            <a:pPr>
              <a:defRPr/>
            </a:pPr>
            <a:fld id="{1BA0CF23-5921-4A05-8420-DFA71FB7A742}" type="slidenum">
              <a:rPr lang="en-US" altLang="en-US"/>
              <a:pPr>
                <a:defRPr/>
              </a:pPr>
              <a:t>‹#›</a:t>
            </a:fld>
            <a:endParaRPr lang="en-US" altLang="en-US"/>
          </a:p>
        </p:txBody>
      </p:sp>
    </p:spTree>
    <p:extLst>
      <p:ext uri="{BB962C8B-B14F-4D97-AF65-F5344CB8AC3E}">
        <p14:creationId xmlns:p14="http://schemas.microsoft.com/office/powerpoint/2010/main" val="2836338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E2F8826-EA01-981D-E74B-302932E5F4A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B66C3A77-DC25-98BA-FAAE-E385F5D0FF1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73753186-4130-4CD5-0453-F2E4836CB74C}"/>
              </a:ext>
            </a:extLst>
          </p:cNvPr>
          <p:cNvSpPr>
            <a:spLocks noGrp="1" noChangeArrowheads="1"/>
          </p:cNvSpPr>
          <p:nvPr>
            <p:ph type="sldNum" sz="quarter" idx="12"/>
          </p:nvPr>
        </p:nvSpPr>
        <p:spPr>
          <a:ln/>
        </p:spPr>
        <p:txBody>
          <a:bodyPr/>
          <a:lstStyle>
            <a:lvl1pPr>
              <a:defRPr/>
            </a:lvl1pPr>
          </a:lstStyle>
          <a:p>
            <a:pPr>
              <a:defRPr/>
            </a:pPr>
            <a:fld id="{F6787B25-CACD-4602-9264-0B351B2F42D3}" type="slidenum">
              <a:rPr lang="en-US" altLang="en-US"/>
              <a:pPr>
                <a:defRPr/>
              </a:pPr>
              <a:t>‹#›</a:t>
            </a:fld>
            <a:endParaRPr lang="en-US" altLang="en-US"/>
          </a:p>
        </p:txBody>
      </p:sp>
    </p:spTree>
    <p:extLst>
      <p:ext uri="{BB962C8B-B14F-4D97-AF65-F5344CB8AC3E}">
        <p14:creationId xmlns:p14="http://schemas.microsoft.com/office/powerpoint/2010/main" val="2797600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9A7B48C-3744-E5B5-2631-0E480EBB184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A092B109-1DDC-C3A6-CB37-1B4233DF6CA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A90E5C62-DA46-2C4F-4814-B44D69877DB1}"/>
              </a:ext>
            </a:extLst>
          </p:cNvPr>
          <p:cNvSpPr>
            <a:spLocks noGrp="1" noChangeArrowheads="1"/>
          </p:cNvSpPr>
          <p:nvPr>
            <p:ph type="sldNum" sz="quarter" idx="12"/>
          </p:nvPr>
        </p:nvSpPr>
        <p:spPr>
          <a:ln/>
        </p:spPr>
        <p:txBody>
          <a:bodyPr/>
          <a:lstStyle>
            <a:lvl1pPr>
              <a:defRPr/>
            </a:lvl1pPr>
          </a:lstStyle>
          <a:p>
            <a:pPr>
              <a:defRPr/>
            </a:pPr>
            <a:fld id="{70D0BA00-0F63-47D7-B229-F25E99F45E14}" type="slidenum">
              <a:rPr lang="en-US" altLang="en-US"/>
              <a:pPr>
                <a:defRPr/>
              </a:pPr>
              <a:t>‹#›</a:t>
            </a:fld>
            <a:endParaRPr lang="en-US" altLang="en-US"/>
          </a:p>
        </p:txBody>
      </p:sp>
    </p:spTree>
    <p:extLst>
      <p:ext uri="{BB962C8B-B14F-4D97-AF65-F5344CB8AC3E}">
        <p14:creationId xmlns:p14="http://schemas.microsoft.com/office/powerpoint/2010/main" val="3512629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40F7A97-3AF0-40D5-A928-B705FEDEF4B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86A142D-1E53-F062-D1C6-5EDD39F41A7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43CAEB3E-EE57-0CBD-D3FE-BED6B5906507}"/>
              </a:ext>
            </a:extLst>
          </p:cNvPr>
          <p:cNvSpPr>
            <a:spLocks noGrp="1" noChangeArrowheads="1"/>
          </p:cNvSpPr>
          <p:nvPr>
            <p:ph type="sldNum" sz="quarter" idx="12"/>
          </p:nvPr>
        </p:nvSpPr>
        <p:spPr>
          <a:ln/>
        </p:spPr>
        <p:txBody>
          <a:bodyPr/>
          <a:lstStyle>
            <a:lvl1pPr>
              <a:defRPr/>
            </a:lvl1pPr>
          </a:lstStyle>
          <a:p>
            <a:pPr>
              <a:defRPr/>
            </a:pPr>
            <a:fld id="{21DD244A-8400-48F0-BB34-3D714487DFD8}" type="slidenum">
              <a:rPr lang="en-US" altLang="en-US"/>
              <a:pPr>
                <a:defRPr/>
              </a:pPr>
              <a:t>‹#›</a:t>
            </a:fld>
            <a:endParaRPr lang="en-US" altLang="en-US"/>
          </a:p>
        </p:txBody>
      </p:sp>
    </p:spTree>
    <p:extLst>
      <p:ext uri="{BB962C8B-B14F-4D97-AF65-F5344CB8AC3E}">
        <p14:creationId xmlns:p14="http://schemas.microsoft.com/office/powerpoint/2010/main" val="682003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7D25F55-6183-B873-520C-5E6E6A7B416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AEF4363-A0AC-B03D-F8FA-BE871AC753F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01B3D987-38F7-B658-928F-0FED2F0551EB}"/>
              </a:ext>
            </a:extLst>
          </p:cNvPr>
          <p:cNvSpPr>
            <a:spLocks noGrp="1" noChangeArrowheads="1"/>
          </p:cNvSpPr>
          <p:nvPr>
            <p:ph type="sldNum" sz="quarter" idx="12"/>
          </p:nvPr>
        </p:nvSpPr>
        <p:spPr>
          <a:ln/>
        </p:spPr>
        <p:txBody>
          <a:bodyPr/>
          <a:lstStyle>
            <a:lvl1pPr>
              <a:defRPr/>
            </a:lvl1pPr>
          </a:lstStyle>
          <a:p>
            <a:pPr>
              <a:defRPr/>
            </a:pPr>
            <a:fld id="{2229FCCD-5477-4E02-AF9F-56C7F024378D}" type="slidenum">
              <a:rPr lang="en-US" altLang="en-US"/>
              <a:pPr>
                <a:defRPr/>
              </a:pPr>
              <a:t>‹#›</a:t>
            </a:fld>
            <a:endParaRPr lang="en-US" altLang="en-US"/>
          </a:p>
        </p:txBody>
      </p:sp>
    </p:spTree>
    <p:extLst>
      <p:ext uri="{BB962C8B-B14F-4D97-AF65-F5344CB8AC3E}">
        <p14:creationId xmlns:p14="http://schemas.microsoft.com/office/powerpoint/2010/main" val="2573171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C94A52D-0D14-447C-6003-E9A9BE59766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D14B3FBC-DC47-DA68-091F-85A1612FE76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694E83D-8B84-CE43-F9F8-8F97E69EF825}"/>
              </a:ext>
            </a:extLst>
          </p:cNvPr>
          <p:cNvSpPr>
            <a:spLocks noGrp="1" noChangeArrowheads="1"/>
          </p:cNvSpPr>
          <p:nvPr>
            <p:ph type="sldNum" sz="quarter" idx="12"/>
          </p:nvPr>
        </p:nvSpPr>
        <p:spPr>
          <a:ln/>
        </p:spPr>
        <p:txBody>
          <a:bodyPr/>
          <a:lstStyle>
            <a:lvl1pPr>
              <a:defRPr/>
            </a:lvl1pPr>
          </a:lstStyle>
          <a:p>
            <a:pPr>
              <a:defRPr/>
            </a:pPr>
            <a:fld id="{218305C6-8300-448E-A80B-41887A24245C}" type="slidenum">
              <a:rPr lang="en-US" altLang="en-US"/>
              <a:pPr>
                <a:defRPr/>
              </a:pPr>
              <a:t>‹#›</a:t>
            </a:fld>
            <a:endParaRPr lang="en-US" altLang="en-US"/>
          </a:p>
        </p:txBody>
      </p:sp>
    </p:spTree>
    <p:extLst>
      <p:ext uri="{BB962C8B-B14F-4D97-AF65-F5344CB8AC3E}">
        <p14:creationId xmlns:p14="http://schemas.microsoft.com/office/powerpoint/2010/main" val="1255207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3750" y="2925763"/>
            <a:ext cx="9326563" cy="263350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90888" y="2925763"/>
            <a:ext cx="27830462" cy="263350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5D80DC8-3FA9-BEBC-A4C9-CC18352DA29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13381D38-B6B3-ADA2-6774-3350623E63A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F43E5C1-2E73-8F4C-200C-A9672C868EC9}"/>
              </a:ext>
            </a:extLst>
          </p:cNvPr>
          <p:cNvSpPr>
            <a:spLocks noGrp="1" noChangeArrowheads="1"/>
          </p:cNvSpPr>
          <p:nvPr>
            <p:ph type="sldNum" sz="quarter" idx="12"/>
          </p:nvPr>
        </p:nvSpPr>
        <p:spPr>
          <a:ln/>
        </p:spPr>
        <p:txBody>
          <a:bodyPr/>
          <a:lstStyle>
            <a:lvl1pPr>
              <a:defRPr/>
            </a:lvl1pPr>
          </a:lstStyle>
          <a:p>
            <a:pPr>
              <a:defRPr/>
            </a:pPr>
            <a:fld id="{80826AC1-0E75-4849-BC47-F8C08F444975}" type="slidenum">
              <a:rPr lang="en-US" altLang="en-US"/>
              <a:pPr>
                <a:defRPr/>
              </a:pPr>
              <a:t>‹#›</a:t>
            </a:fld>
            <a:endParaRPr lang="en-US" altLang="en-US"/>
          </a:p>
        </p:txBody>
      </p:sp>
    </p:spTree>
    <p:extLst>
      <p:ext uri="{BB962C8B-B14F-4D97-AF65-F5344CB8AC3E}">
        <p14:creationId xmlns:p14="http://schemas.microsoft.com/office/powerpoint/2010/main" val="3285190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2E87794-D821-269B-AC21-CD4869AD6FEC}"/>
              </a:ext>
            </a:extLst>
          </p:cNvPr>
          <p:cNvSpPr>
            <a:spLocks noGrp="1" noChangeArrowheads="1"/>
          </p:cNvSpPr>
          <p:nvPr>
            <p:ph type="title"/>
          </p:nvPr>
        </p:nvSpPr>
        <p:spPr bwMode="auto">
          <a:xfrm>
            <a:off x="3290888" y="2925763"/>
            <a:ext cx="3730942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80709" tIns="240355" rIns="480709" bIns="240355"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4B770F8-1A60-52BC-087F-D5901555F913}"/>
              </a:ext>
            </a:extLst>
          </p:cNvPr>
          <p:cNvSpPr>
            <a:spLocks noGrp="1" noChangeArrowheads="1"/>
          </p:cNvSpPr>
          <p:nvPr>
            <p:ph type="body" idx="1"/>
          </p:nvPr>
        </p:nvSpPr>
        <p:spPr bwMode="auto">
          <a:xfrm>
            <a:off x="3290888" y="9510713"/>
            <a:ext cx="37309425" cy="1975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80709" tIns="240355" rIns="480709" bIns="240355"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79DB937B-D65B-86BC-E61C-9C656477D657}"/>
              </a:ext>
            </a:extLst>
          </p:cNvPr>
          <p:cNvSpPr>
            <a:spLocks noGrp="1" noChangeArrowheads="1"/>
          </p:cNvSpPr>
          <p:nvPr>
            <p:ph type="dt" sz="half" idx="2"/>
          </p:nvPr>
        </p:nvSpPr>
        <p:spPr bwMode="auto">
          <a:xfrm>
            <a:off x="3290888" y="29992638"/>
            <a:ext cx="9144000" cy="2193925"/>
          </a:xfrm>
          <a:prstGeom prst="rect">
            <a:avLst/>
          </a:prstGeom>
          <a:noFill/>
          <a:ln w="9525">
            <a:noFill/>
            <a:miter lim="800000"/>
            <a:headEnd/>
            <a:tailEnd/>
          </a:ln>
          <a:effectLst/>
        </p:spPr>
        <p:txBody>
          <a:bodyPr vert="horz" wrap="square" lIns="480709" tIns="240355" rIns="480709" bIns="240355" numCol="1" anchor="t" anchorCtr="0" compatLnSpc="1">
            <a:prstTxWarp prst="textNoShape">
              <a:avLst/>
            </a:prstTxWarp>
          </a:bodyPr>
          <a:lstStyle>
            <a:lvl1pPr algn="l" eaLnBrk="1" hangingPunct="1">
              <a:spcBef>
                <a:spcPct val="0"/>
              </a:spcBef>
              <a:defRPr sz="7400" b="0"/>
            </a:lvl1pPr>
          </a:lstStyle>
          <a:p>
            <a:pPr>
              <a:defRPr/>
            </a:pPr>
            <a:endParaRPr lang="en-US" altLang="en-US"/>
          </a:p>
        </p:txBody>
      </p:sp>
      <p:sp>
        <p:nvSpPr>
          <p:cNvPr id="1029" name="Rectangle 5">
            <a:extLst>
              <a:ext uri="{FF2B5EF4-FFF2-40B4-BE49-F238E27FC236}">
                <a16:creationId xmlns:a16="http://schemas.microsoft.com/office/drawing/2014/main" id="{D4072895-DED1-FAD8-A86F-0F55D11819A3}"/>
              </a:ext>
            </a:extLst>
          </p:cNvPr>
          <p:cNvSpPr>
            <a:spLocks noGrp="1" noChangeArrowheads="1"/>
          </p:cNvSpPr>
          <p:nvPr>
            <p:ph type="ftr" sz="quarter" idx="3"/>
          </p:nvPr>
        </p:nvSpPr>
        <p:spPr bwMode="auto">
          <a:xfrm>
            <a:off x="14997113" y="29992638"/>
            <a:ext cx="13896975" cy="2193925"/>
          </a:xfrm>
          <a:prstGeom prst="rect">
            <a:avLst/>
          </a:prstGeom>
          <a:noFill/>
          <a:ln w="9525">
            <a:noFill/>
            <a:miter lim="800000"/>
            <a:headEnd/>
            <a:tailEnd/>
          </a:ln>
          <a:effectLst/>
        </p:spPr>
        <p:txBody>
          <a:bodyPr vert="horz" wrap="square" lIns="480709" tIns="240355" rIns="480709" bIns="240355" numCol="1" anchor="t" anchorCtr="0" compatLnSpc="1">
            <a:prstTxWarp prst="textNoShape">
              <a:avLst/>
            </a:prstTxWarp>
          </a:bodyPr>
          <a:lstStyle>
            <a:lvl1pPr algn="ctr" eaLnBrk="1" hangingPunct="1">
              <a:spcBef>
                <a:spcPct val="0"/>
              </a:spcBef>
              <a:defRPr sz="7400" b="0"/>
            </a:lvl1pPr>
          </a:lstStyle>
          <a:p>
            <a:pPr>
              <a:defRPr/>
            </a:pPr>
            <a:endParaRPr lang="en-US" altLang="en-US"/>
          </a:p>
        </p:txBody>
      </p:sp>
      <p:sp>
        <p:nvSpPr>
          <p:cNvPr id="1030" name="Rectangle 6">
            <a:extLst>
              <a:ext uri="{FF2B5EF4-FFF2-40B4-BE49-F238E27FC236}">
                <a16:creationId xmlns:a16="http://schemas.microsoft.com/office/drawing/2014/main" id="{DDB63E03-C75F-635E-2CFB-E69A38F7C4C1}"/>
              </a:ext>
            </a:extLst>
          </p:cNvPr>
          <p:cNvSpPr>
            <a:spLocks noGrp="1" noChangeArrowheads="1"/>
          </p:cNvSpPr>
          <p:nvPr>
            <p:ph type="sldNum" sz="quarter" idx="4"/>
          </p:nvPr>
        </p:nvSpPr>
        <p:spPr bwMode="auto">
          <a:xfrm>
            <a:off x="31456313" y="29992638"/>
            <a:ext cx="9144000" cy="2193925"/>
          </a:xfrm>
          <a:prstGeom prst="rect">
            <a:avLst/>
          </a:prstGeom>
          <a:noFill/>
          <a:ln w="9525">
            <a:noFill/>
            <a:miter lim="800000"/>
            <a:headEnd/>
            <a:tailEnd/>
          </a:ln>
          <a:effectLst/>
        </p:spPr>
        <p:txBody>
          <a:bodyPr vert="horz" wrap="square" lIns="480709" tIns="240355" rIns="480709" bIns="240355" numCol="1" anchor="t" anchorCtr="0" compatLnSpc="1">
            <a:prstTxWarp prst="textNoShape">
              <a:avLst/>
            </a:prstTxWarp>
          </a:bodyPr>
          <a:lstStyle>
            <a:lvl1pPr algn="r" eaLnBrk="1" hangingPunct="1">
              <a:defRPr sz="7400" b="0" smtClean="0"/>
            </a:lvl1pPr>
          </a:lstStyle>
          <a:p>
            <a:pPr>
              <a:defRPr/>
            </a:pPr>
            <a:fld id="{2E957FF0-7139-41C8-AF9D-A913F00AD5F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806950" rtl="0" eaLnBrk="0" fontAlgn="base" hangingPunct="0">
        <a:spcBef>
          <a:spcPct val="0"/>
        </a:spcBef>
        <a:spcAft>
          <a:spcPct val="0"/>
        </a:spcAft>
        <a:defRPr sz="23100">
          <a:solidFill>
            <a:schemeClr val="tx2"/>
          </a:solidFill>
          <a:latin typeface="+mj-lt"/>
          <a:ea typeface="+mj-ea"/>
          <a:cs typeface="+mj-cs"/>
        </a:defRPr>
      </a:lvl1pPr>
      <a:lvl2pPr algn="ctr" defTabSz="4806950" rtl="0" eaLnBrk="0" fontAlgn="base" hangingPunct="0">
        <a:spcBef>
          <a:spcPct val="0"/>
        </a:spcBef>
        <a:spcAft>
          <a:spcPct val="0"/>
        </a:spcAft>
        <a:defRPr sz="23100">
          <a:solidFill>
            <a:schemeClr val="tx2"/>
          </a:solidFill>
          <a:latin typeface="Times New Roman" pitchFamily="18" charset="0"/>
        </a:defRPr>
      </a:lvl2pPr>
      <a:lvl3pPr algn="ctr" defTabSz="4806950" rtl="0" eaLnBrk="0" fontAlgn="base" hangingPunct="0">
        <a:spcBef>
          <a:spcPct val="0"/>
        </a:spcBef>
        <a:spcAft>
          <a:spcPct val="0"/>
        </a:spcAft>
        <a:defRPr sz="23100">
          <a:solidFill>
            <a:schemeClr val="tx2"/>
          </a:solidFill>
          <a:latin typeface="Times New Roman" pitchFamily="18" charset="0"/>
        </a:defRPr>
      </a:lvl3pPr>
      <a:lvl4pPr algn="ctr" defTabSz="4806950" rtl="0" eaLnBrk="0" fontAlgn="base" hangingPunct="0">
        <a:spcBef>
          <a:spcPct val="0"/>
        </a:spcBef>
        <a:spcAft>
          <a:spcPct val="0"/>
        </a:spcAft>
        <a:defRPr sz="23100">
          <a:solidFill>
            <a:schemeClr val="tx2"/>
          </a:solidFill>
          <a:latin typeface="Times New Roman" pitchFamily="18" charset="0"/>
        </a:defRPr>
      </a:lvl4pPr>
      <a:lvl5pPr algn="ctr" defTabSz="4806950" rtl="0" eaLnBrk="0" fontAlgn="base" hangingPunct="0">
        <a:spcBef>
          <a:spcPct val="0"/>
        </a:spcBef>
        <a:spcAft>
          <a:spcPct val="0"/>
        </a:spcAft>
        <a:defRPr sz="23100">
          <a:solidFill>
            <a:schemeClr val="tx2"/>
          </a:solidFill>
          <a:latin typeface="Times New Roman" pitchFamily="18" charset="0"/>
        </a:defRPr>
      </a:lvl5pPr>
      <a:lvl6pPr marL="457200" algn="ctr" defTabSz="4806950" rtl="0" fontAlgn="base">
        <a:spcBef>
          <a:spcPct val="0"/>
        </a:spcBef>
        <a:spcAft>
          <a:spcPct val="0"/>
        </a:spcAft>
        <a:defRPr sz="23100">
          <a:solidFill>
            <a:schemeClr val="tx2"/>
          </a:solidFill>
          <a:latin typeface="Times New Roman" pitchFamily="18" charset="0"/>
        </a:defRPr>
      </a:lvl6pPr>
      <a:lvl7pPr marL="914400" algn="ctr" defTabSz="4806950" rtl="0" fontAlgn="base">
        <a:spcBef>
          <a:spcPct val="0"/>
        </a:spcBef>
        <a:spcAft>
          <a:spcPct val="0"/>
        </a:spcAft>
        <a:defRPr sz="23100">
          <a:solidFill>
            <a:schemeClr val="tx2"/>
          </a:solidFill>
          <a:latin typeface="Times New Roman" pitchFamily="18" charset="0"/>
        </a:defRPr>
      </a:lvl7pPr>
      <a:lvl8pPr marL="1371600" algn="ctr" defTabSz="4806950" rtl="0" fontAlgn="base">
        <a:spcBef>
          <a:spcPct val="0"/>
        </a:spcBef>
        <a:spcAft>
          <a:spcPct val="0"/>
        </a:spcAft>
        <a:defRPr sz="23100">
          <a:solidFill>
            <a:schemeClr val="tx2"/>
          </a:solidFill>
          <a:latin typeface="Times New Roman" pitchFamily="18" charset="0"/>
        </a:defRPr>
      </a:lvl8pPr>
      <a:lvl9pPr marL="1828800" algn="ctr" defTabSz="4806950" rtl="0" fontAlgn="base">
        <a:spcBef>
          <a:spcPct val="0"/>
        </a:spcBef>
        <a:spcAft>
          <a:spcPct val="0"/>
        </a:spcAft>
        <a:defRPr sz="23100">
          <a:solidFill>
            <a:schemeClr val="tx2"/>
          </a:solidFill>
          <a:latin typeface="Times New Roman" pitchFamily="18" charset="0"/>
        </a:defRPr>
      </a:lvl9pPr>
    </p:titleStyle>
    <p:bodyStyle>
      <a:lvl1pPr marL="1803400" indent="-1803400" algn="l" defTabSz="4806950" rtl="0" eaLnBrk="0" fontAlgn="base" hangingPunct="0">
        <a:spcBef>
          <a:spcPct val="20000"/>
        </a:spcBef>
        <a:spcAft>
          <a:spcPct val="0"/>
        </a:spcAft>
        <a:buChar char="•"/>
        <a:defRPr sz="16800">
          <a:solidFill>
            <a:schemeClr val="tx1"/>
          </a:solidFill>
          <a:latin typeface="+mn-lt"/>
          <a:ea typeface="+mn-ea"/>
          <a:cs typeface="+mn-cs"/>
        </a:defRPr>
      </a:lvl1pPr>
      <a:lvl2pPr marL="3905250" indent="-1501775" algn="l" defTabSz="4806950" rtl="0" eaLnBrk="0" fontAlgn="base" hangingPunct="0">
        <a:spcBef>
          <a:spcPct val="20000"/>
        </a:spcBef>
        <a:spcAft>
          <a:spcPct val="0"/>
        </a:spcAft>
        <a:buChar char="–"/>
        <a:defRPr sz="14700">
          <a:solidFill>
            <a:schemeClr val="tx1"/>
          </a:solidFill>
          <a:latin typeface="+mn-lt"/>
        </a:defRPr>
      </a:lvl2pPr>
      <a:lvl3pPr marL="6008688" indent="-1201738" algn="l" defTabSz="4806950" rtl="0" eaLnBrk="0" fontAlgn="base" hangingPunct="0">
        <a:spcBef>
          <a:spcPct val="20000"/>
        </a:spcBef>
        <a:spcAft>
          <a:spcPct val="0"/>
        </a:spcAft>
        <a:buChar char="•"/>
        <a:defRPr sz="12600">
          <a:solidFill>
            <a:schemeClr val="tx1"/>
          </a:solidFill>
          <a:latin typeface="+mn-lt"/>
        </a:defRPr>
      </a:lvl3pPr>
      <a:lvl4pPr marL="8412163" indent="-1201738" algn="l" defTabSz="4806950" rtl="0" eaLnBrk="0" fontAlgn="base" hangingPunct="0">
        <a:spcBef>
          <a:spcPct val="20000"/>
        </a:spcBef>
        <a:spcAft>
          <a:spcPct val="0"/>
        </a:spcAft>
        <a:buChar char="–"/>
        <a:defRPr sz="10500">
          <a:solidFill>
            <a:schemeClr val="tx1"/>
          </a:solidFill>
          <a:latin typeface="+mn-lt"/>
        </a:defRPr>
      </a:lvl4pPr>
      <a:lvl5pPr marL="10815638" indent="-1201738" algn="l" defTabSz="4806950" rtl="0" eaLnBrk="0" fontAlgn="base" hangingPunct="0">
        <a:spcBef>
          <a:spcPct val="20000"/>
        </a:spcBef>
        <a:spcAft>
          <a:spcPct val="0"/>
        </a:spcAft>
        <a:buChar char="»"/>
        <a:defRPr sz="10500">
          <a:solidFill>
            <a:schemeClr val="tx1"/>
          </a:solidFill>
          <a:latin typeface="+mn-lt"/>
        </a:defRPr>
      </a:lvl5pPr>
      <a:lvl6pPr marL="11272838" indent="-1201738" algn="l" defTabSz="4806950" rtl="0" fontAlgn="base">
        <a:spcBef>
          <a:spcPct val="20000"/>
        </a:spcBef>
        <a:spcAft>
          <a:spcPct val="0"/>
        </a:spcAft>
        <a:buChar char="»"/>
        <a:defRPr sz="10500">
          <a:solidFill>
            <a:schemeClr val="tx1"/>
          </a:solidFill>
          <a:latin typeface="+mn-lt"/>
        </a:defRPr>
      </a:lvl6pPr>
      <a:lvl7pPr marL="11730038" indent="-1201738" algn="l" defTabSz="4806950" rtl="0" fontAlgn="base">
        <a:spcBef>
          <a:spcPct val="20000"/>
        </a:spcBef>
        <a:spcAft>
          <a:spcPct val="0"/>
        </a:spcAft>
        <a:buChar char="»"/>
        <a:defRPr sz="10500">
          <a:solidFill>
            <a:schemeClr val="tx1"/>
          </a:solidFill>
          <a:latin typeface="+mn-lt"/>
        </a:defRPr>
      </a:lvl7pPr>
      <a:lvl8pPr marL="12187238" indent="-1201738" algn="l" defTabSz="4806950" rtl="0" fontAlgn="base">
        <a:spcBef>
          <a:spcPct val="20000"/>
        </a:spcBef>
        <a:spcAft>
          <a:spcPct val="0"/>
        </a:spcAft>
        <a:buChar char="»"/>
        <a:defRPr sz="10500">
          <a:solidFill>
            <a:schemeClr val="tx1"/>
          </a:solidFill>
          <a:latin typeface="+mn-lt"/>
        </a:defRPr>
      </a:lvl8pPr>
      <a:lvl9pPr marL="12644438" indent="-1201738" algn="l" defTabSz="4806950" rtl="0" fontAlgn="base">
        <a:spcBef>
          <a:spcPct val="20000"/>
        </a:spcBef>
        <a:spcAft>
          <a:spcPct val="0"/>
        </a:spcAft>
        <a:buChar char="»"/>
        <a:defRPr sz="105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ext Box 6">
            <a:extLst>
              <a:ext uri="{FF2B5EF4-FFF2-40B4-BE49-F238E27FC236}">
                <a16:creationId xmlns:a16="http://schemas.microsoft.com/office/drawing/2014/main" id="{EDE43764-FD71-62A3-5106-CE24D044B363}"/>
              </a:ext>
            </a:extLst>
          </p:cNvPr>
          <p:cNvSpPr txBox="1">
            <a:spLocks noChangeArrowheads="1"/>
          </p:cNvSpPr>
          <p:nvPr/>
        </p:nvSpPr>
        <p:spPr bwMode="auto">
          <a:xfrm>
            <a:off x="15568613" y="1743075"/>
            <a:ext cx="14549437" cy="923330"/>
          </a:xfrm>
          <a:prstGeom prst="rect">
            <a:avLst/>
          </a:prstGeom>
          <a:solidFill>
            <a:srgbClr val="FFCC99">
              <a:alpha val="3686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800">
                <a:solidFill>
                  <a:schemeClr val="tx1"/>
                </a:solidFill>
                <a:latin typeface="Times New Roman" panose="02020603050405020304" pitchFamily="18" charset="0"/>
              </a:defRPr>
            </a:lvl1pPr>
            <a:lvl2pPr marL="742950" indent="-285750">
              <a:spcBef>
                <a:spcPct val="20000"/>
              </a:spcBef>
              <a:buChar char="–"/>
              <a:defRPr sz="14700">
                <a:solidFill>
                  <a:schemeClr val="tx1"/>
                </a:solidFill>
                <a:latin typeface="Times New Roman" panose="02020603050405020304" pitchFamily="18" charset="0"/>
              </a:defRPr>
            </a:lvl2pPr>
            <a:lvl3pPr marL="1143000" indent="-228600">
              <a:spcBef>
                <a:spcPct val="20000"/>
              </a:spcBef>
              <a:buChar char="•"/>
              <a:defRPr sz="12600">
                <a:solidFill>
                  <a:schemeClr val="tx1"/>
                </a:solidFill>
                <a:latin typeface="Times New Roman" panose="02020603050405020304" pitchFamily="18" charset="0"/>
              </a:defRPr>
            </a:lvl3pPr>
            <a:lvl4pPr marL="1600200" indent="-228600">
              <a:spcBef>
                <a:spcPct val="20000"/>
              </a:spcBef>
              <a:buChar char="–"/>
              <a:defRPr sz="10500">
                <a:solidFill>
                  <a:schemeClr val="tx1"/>
                </a:solidFill>
                <a:latin typeface="Times New Roman" panose="02020603050405020304" pitchFamily="18" charset="0"/>
              </a:defRPr>
            </a:lvl4pPr>
            <a:lvl5pPr marL="2057400" indent="-228600">
              <a:spcBef>
                <a:spcPct val="20000"/>
              </a:spcBef>
              <a:buChar char="»"/>
              <a:defRPr sz="105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05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05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05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0500">
                <a:solidFill>
                  <a:schemeClr val="tx1"/>
                </a:solidFill>
                <a:latin typeface="Times New Roman" panose="02020603050405020304" pitchFamily="18" charset="0"/>
              </a:defRPr>
            </a:lvl9pPr>
          </a:lstStyle>
          <a:p>
            <a:pPr algn="ctr" eaLnBrk="1" hangingPunct="1">
              <a:spcBef>
                <a:spcPct val="50000"/>
              </a:spcBef>
              <a:buFontTx/>
              <a:buNone/>
            </a:pPr>
            <a:r>
              <a:rPr lang="en-US" sz="5400" i="1">
                <a:solidFill>
                  <a:schemeClr val="dk1"/>
                </a:solidFill>
                <a:latin typeface="Times New Roman"/>
                <a:ea typeface="Times New Roman"/>
                <a:cs typeface="Times New Roman"/>
                <a:sym typeface="Times New Roman"/>
              </a:rPr>
              <a:t>Ramu Battu</a:t>
            </a:r>
            <a:r>
              <a:rPr lang="en-US" altLang="en-US" sz="5400"/>
              <a:t> </a:t>
            </a:r>
            <a:r>
              <a:rPr lang="en-US" altLang="en-US" sz="5400" dirty="0"/>
              <a:t>and </a:t>
            </a:r>
            <a:r>
              <a:rPr lang="en-US" altLang="en-US" sz="5400" dirty="0" err="1"/>
              <a:t>Nitaigour</a:t>
            </a:r>
            <a:r>
              <a:rPr lang="en-US" altLang="en-US" sz="5400" dirty="0"/>
              <a:t> P Mahalik </a:t>
            </a:r>
          </a:p>
        </p:txBody>
      </p:sp>
      <p:sp>
        <p:nvSpPr>
          <p:cNvPr id="4099" name="Line 61">
            <a:extLst>
              <a:ext uri="{FF2B5EF4-FFF2-40B4-BE49-F238E27FC236}">
                <a16:creationId xmlns:a16="http://schemas.microsoft.com/office/drawing/2014/main" id="{B7FCFBE4-9EC2-E43E-AE0D-1FD5551E2A1E}"/>
              </a:ext>
            </a:extLst>
          </p:cNvPr>
          <p:cNvSpPr>
            <a:spLocks noChangeShapeType="1"/>
          </p:cNvSpPr>
          <p:nvPr/>
        </p:nvSpPr>
        <p:spPr bwMode="auto">
          <a:xfrm>
            <a:off x="14706600" y="4191000"/>
            <a:ext cx="228600" cy="28727400"/>
          </a:xfrm>
          <a:prstGeom prst="line">
            <a:avLst/>
          </a:prstGeom>
          <a:noFill/>
          <a:ln w="152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0" name="Line 62">
            <a:extLst>
              <a:ext uri="{FF2B5EF4-FFF2-40B4-BE49-F238E27FC236}">
                <a16:creationId xmlns:a16="http://schemas.microsoft.com/office/drawing/2014/main" id="{93F06EEF-F6A6-2A45-0BA2-C7C5A77005AC}"/>
              </a:ext>
            </a:extLst>
          </p:cNvPr>
          <p:cNvSpPr>
            <a:spLocks noChangeShapeType="1"/>
          </p:cNvSpPr>
          <p:nvPr/>
        </p:nvSpPr>
        <p:spPr bwMode="auto">
          <a:xfrm flipH="1">
            <a:off x="28956000" y="4191000"/>
            <a:ext cx="76200" cy="28727400"/>
          </a:xfrm>
          <a:prstGeom prst="line">
            <a:avLst/>
          </a:prstGeom>
          <a:noFill/>
          <a:ln w="152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1" name="Text Box 134">
            <a:extLst>
              <a:ext uri="{FF2B5EF4-FFF2-40B4-BE49-F238E27FC236}">
                <a16:creationId xmlns:a16="http://schemas.microsoft.com/office/drawing/2014/main" id="{792A4926-6B89-8791-EEED-74CB2F46ACA5}"/>
              </a:ext>
            </a:extLst>
          </p:cNvPr>
          <p:cNvSpPr txBox="1">
            <a:spLocks noChangeArrowheads="1"/>
          </p:cNvSpPr>
          <p:nvPr/>
        </p:nvSpPr>
        <p:spPr bwMode="auto">
          <a:xfrm>
            <a:off x="1988070" y="4680961"/>
            <a:ext cx="10744200" cy="70802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800">
                <a:solidFill>
                  <a:schemeClr val="tx1"/>
                </a:solidFill>
                <a:latin typeface="Times New Roman" panose="02020603050405020304" pitchFamily="18" charset="0"/>
              </a:defRPr>
            </a:lvl1pPr>
            <a:lvl2pPr marL="742950" indent="-285750">
              <a:spcBef>
                <a:spcPct val="20000"/>
              </a:spcBef>
              <a:buChar char="–"/>
              <a:defRPr sz="14700">
                <a:solidFill>
                  <a:schemeClr val="tx1"/>
                </a:solidFill>
                <a:latin typeface="Times New Roman" panose="02020603050405020304" pitchFamily="18" charset="0"/>
              </a:defRPr>
            </a:lvl2pPr>
            <a:lvl3pPr marL="1143000" indent="-228600">
              <a:spcBef>
                <a:spcPct val="20000"/>
              </a:spcBef>
              <a:buChar char="•"/>
              <a:defRPr sz="12600">
                <a:solidFill>
                  <a:schemeClr val="tx1"/>
                </a:solidFill>
                <a:latin typeface="Times New Roman" panose="02020603050405020304" pitchFamily="18" charset="0"/>
              </a:defRPr>
            </a:lvl3pPr>
            <a:lvl4pPr marL="1600200" indent="-228600">
              <a:spcBef>
                <a:spcPct val="20000"/>
              </a:spcBef>
              <a:buChar char="–"/>
              <a:defRPr sz="10500">
                <a:solidFill>
                  <a:schemeClr val="tx1"/>
                </a:solidFill>
                <a:latin typeface="Times New Roman" panose="02020603050405020304" pitchFamily="18" charset="0"/>
              </a:defRPr>
            </a:lvl4pPr>
            <a:lvl5pPr marL="2057400" indent="-228600">
              <a:spcBef>
                <a:spcPct val="20000"/>
              </a:spcBef>
              <a:buChar char="»"/>
              <a:defRPr sz="105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05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05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05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0500">
                <a:solidFill>
                  <a:schemeClr val="tx1"/>
                </a:solidFill>
                <a:latin typeface="Times New Roman" panose="02020603050405020304" pitchFamily="18" charset="0"/>
              </a:defRPr>
            </a:lvl9pPr>
          </a:lstStyle>
          <a:p>
            <a:pPr algn="ctr" eaLnBrk="1" hangingPunct="1">
              <a:spcBef>
                <a:spcPct val="50000"/>
              </a:spcBef>
              <a:buFontTx/>
              <a:buNone/>
            </a:pPr>
            <a:r>
              <a:rPr lang="en-US" altLang="en-US" sz="4000" dirty="0"/>
              <a:t>Abstract</a:t>
            </a:r>
          </a:p>
        </p:txBody>
      </p:sp>
      <p:sp>
        <p:nvSpPr>
          <p:cNvPr id="4102" name="Text Box 7023">
            <a:extLst>
              <a:ext uri="{FF2B5EF4-FFF2-40B4-BE49-F238E27FC236}">
                <a16:creationId xmlns:a16="http://schemas.microsoft.com/office/drawing/2014/main" id="{39665635-D98B-D4AD-AEBB-2018C8400582}"/>
              </a:ext>
            </a:extLst>
          </p:cNvPr>
          <p:cNvSpPr txBox="1">
            <a:spLocks noChangeArrowheads="1"/>
          </p:cNvSpPr>
          <p:nvPr/>
        </p:nvSpPr>
        <p:spPr bwMode="auto">
          <a:xfrm>
            <a:off x="31340367" y="4675188"/>
            <a:ext cx="9829800" cy="70167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800">
                <a:solidFill>
                  <a:schemeClr val="tx1"/>
                </a:solidFill>
                <a:latin typeface="Times New Roman" panose="02020603050405020304" pitchFamily="18" charset="0"/>
              </a:defRPr>
            </a:lvl1pPr>
            <a:lvl2pPr marL="742950" indent="-285750">
              <a:spcBef>
                <a:spcPct val="20000"/>
              </a:spcBef>
              <a:buChar char="–"/>
              <a:defRPr sz="14700">
                <a:solidFill>
                  <a:schemeClr val="tx1"/>
                </a:solidFill>
                <a:latin typeface="Times New Roman" panose="02020603050405020304" pitchFamily="18" charset="0"/>
              </a:defRPr>
            </a:lvl2pPr>
            <a:lvl3pPr marL="1143000" indent="-228600">
              <a:spcBef>
                <a:spcPct val="20000"/>
              </a:spcBef>
              <a:buChar char="•"/>
              <a:defRPr sz="12600">
                <a:solidFill>
                  <a:schemeClr val="tx1"/>
                </a:solidFill>
                <a:latin typeface="Times New Roman" panose="02020603050405020304" pitchFamily="18" charset="0"/>
              </a:defRPr>
            </a:lvl3pPr>
            <a:lvl4pPr marL="1600200" indent="-228600">
              <a:spcBef>
                <a:spcPct val="20000"/>
              </a:spcBef>
              <a:buChar char="–"/>
              <a:defRPr sz="10500">
                <a:solidFill>
                  <a:schemeClr val="tx1"/>
                </a:solidFill>
                <a:latin typeface="Times New Roman" panose="02020603050405020304" pitchFamily="18" charset="0"/>
              </a:defRPr>
            </a:lvl4pPr>
            <a:lvl5pPr marL="2057400" indent="-228600">
              <a:spcBef>
                <a:spcPct val="20000"/>
              </a:spcBef>
              <a:buChar char="»"/>
              <a:defRPr sz="105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05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05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05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0500">
                <a:solidFill>
                  <a:schemeClr val="tx1"/>
                </a:solidFill>
                <a:latin typeface="Times New Roman" panose="02020603050405020304" pitchFamily="18" charset="0"/>
              </a:defRPr>
            </a:lvl9pPr>
          </a:lstStyle>
          <a:p>
            <a:pPr algn="ctr" eaLnBrk="1" hangingPunct="1">
              <a:spcBef>
                <a:spcPct val="50000"/>
              </a:spcBef>
              <a:buFontTx/>
              <a:buNone/>
            </a:pPr>
            <a:r>
              <a:rPr lang="en-US" altLang="en-US" sz="4000" dirty="0"/>
              <a:t>RESULTS</a:t>
            </a:r>
          </a:p>
        </p:txBody>
      </p:sp>
      <p:sp>
        <p:nvSpPr>
          <p:cNvPr id="4103" name="Text Box 6">
            <a:extLst>
              <a:ext uri="{FF2B5EF4-FFF2-40B4-BE49-F238E27FC236}">
                <a16:creationId xmlns:a16="http://schemas.microsoft.com/office/drawing/2014/main" id="{B729B5F4-12C6-4D82-A347-953C45D48DDA}"/>
              </a:ext>
            </a:extLst>
          </p:cNvPr>
          <p:cNvSpPr txBox="1">
            <a:spLocks noChangeArrowheads="1"/>
          </p:cNvSpPr>
          <p:nvPr/>
        </p:nvSpPr>
        <p:spPr bwMode="auto">
          <a:xfrm>
            <a:off x="304800" y="2819400"/>
            <a:ext cx="43129200" cy="914400"/>
          </a:xfrm>
          <a:prstGeom prst="rect">
            <a:avLst/>
          </a:prstGeom>
          <a:solidFill>
            <a:srgbClr val="FFCC99">
              <a:alpha val="3686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800">
                <a:solidFill>
                  <a:schemeClr val="tx1"/>
                </a:solidFill>
                <a:latin typeface="Times New Roman" panose="02020603050405020304" pitchFamily="18" charset="0"/>
              </a:defRPr>
            </a:lvl1pPr>
            <a:lvl2pPr marL="742950" indent="-285750">
              <a:spcBef>
                <a:spcPct val="20000"/>
              </a:spcBef>
              <a:buChar char="–"/>
              <a:defRPr sz="14700">
                <a:solidFill>
                  <a:schemeClr val="tx1"/>
                </a:solidFill>
                <a:latin typeface="Times New Roman" panose="02020603050405020304" pitchFamily="18" charset="0"/>
              </a:defRPr>
            </a:lvl2pPr>
            <a:lvl3pPr marL="1143000" indent="-228600">
              <a:spcBef>
                <a:spcPct val="20000"/>
              </a:spcBef>
              <a:buChar char="•"/>
              <a:defRPr sz="12600">
                <a:solidFill>
                  <a:schemeClr val="tx1"/>
                </a:solidFill>
                <a:latin typeface="Times New Roman" panose="02020603050405020304" pitchFamily="18" charset="0"/>
              </a:defRPr>
            </a:lvl3pPr>
            <a:lvl4pPr marL="1600200" indent="-228600">
              <a:spcBef>
                <a:spcPct val="20000"/>
              </a:spcBef>
              <a:buChar char="–"/>
              <a:defRPr sz="10500">
                <a:solidFill>
                  <a:schemeClr val="tx1"/>
                </a:solidFill>
                <a:latin typeface="Times New Roman" panose="02020603050405020304" pitchFamily="18" charset="0"/>
              </a:defRPr>
            </a:lvl4pPr>
            <a:lvl5pPr marL="2057400" indent="-228600">
              <a:spcBef>
                <a:spcPct val="20000"/>
              </a:spcBef>
              <a:buChar char="»"/>
              <a:defRPr sz="105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05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05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05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0500">
                <a:solidFill>
                  <a:schemeClr val="tx1"/>
                </a:solidFill>
                <a:latin typeface="Times New Roman" panose="02020603050405020304" pitchFamily="18" charset="0"/>
              </a:defRPr>
            </a:lvl9pPr>
          </a:lstStyle>
          <a:p>
            <a:pPr algn="ctr" eaLnBrk="1" hangingPunct="1">
              <a:spcBef>
                <a:spcPct val="50000"/>
              </a:spcBef>
              <a:buFontTx/>
              <a:buNone/>
            </a:pPr>
            <a:r>
              <a:rPr lang="en-US" altLang="en-US" sz="5400" i="1" dirty="0"/>
              <a:t>Department of Industrial Technology, College of Agricultural Science and Technology, California State University Fresno</a:t>
            </a:r>
          </a:p>
        </p:txBody>
      </p:sp>
      <p:sp>
        <p:nvSpPr>
          <p:cNvPr id="4104" name="Text Box 134">
            <a:extLst>
              <a:ext uri="{FF2B5EF4-FFF2-40B4-BE49-F238E27FC236}">
                <a16:creationId xmlns:a16="http://schemas.microsoft.com/office/drawing/2014/main" id="{F1CFB3AE-1494-4E4D-491D-AAEAF5EF2E69}"/>
              </a:ext>
            </a:extLst>
          </p:cNvPr>
          <p:cNvSpPr txBox="1">
            <a:spLocks noChangeArrowheads="1"/>
          </p:cNvSpPr>
          <p:nvPr/>
        </p:nvSpPr>
        <p:spPr bwMode="auto">
          <a:xfrm>
            <a:off x="2819400" y="20087488"/>
            <a:ext cx="8491537" cy="70802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800">
                <a:solidFill>
                  <a:schemeClr val="tx1"/>
                </a:solidFill>
                <a:latin typeface="Times New Roman" panose="02020603050405020304" pitchFamily="18" charset="0"/>
              </a:defRPr>
            </a:lvl1pPr>
            <a:lvl2pPr marL="742950" indent="-285750">
              <a:spcBef>
                <a:spcPct val="20000"/>
              </a:spcBef>
              <a:buChar char="–"/>
              <a:defRPr sz="14700">
                <a:solidFill>
                  <a:schemeClr val="tx1"/>
                </a:solidFill>
                <a:latin typeface="Times New Roman" panose="02020603050405020304" pitchFamily="18" charset="0"/>
              </a:defRPr>
            </a:lvl2pPr>
            <a:lvl3pPr marL="1143000" indent="-228600">
              <a:spcBef>
                <a:spcPct val="20000"/>
              </a:spcBef>
              <a:buChar char="•"/>
              <a:defRPr sz="12600">
                <a:solidFill>
                  <a:schemeClr val="tx1"/>
                </a:solidFill>
                <a:latin typeface="Times New Roman" panose="02020603050405020304" pitchFamily="18" charset="0"/>
              </a:defRPr>
            </a:lvl3pPr>
            <a:lvl4pPr marL="1600200" indent="-228600">
              <a:spcBef>
                <a:spcPct val="20000"/>
              </a:spcBef>
              <a:buChar char="–"/>
              <a:defRPr sz="10500">
                <a:solidFill>
                  <a:schemeClr val="tx1"/>
                </a:solidFill>
                <a:latin typeface="Times New Roman" panose="02020603050405020304" pitchFamily="18" charset="0"/>
              </a:defRPr>
            </a:lvl4pPr>
            <a:lvl5pPr marL="2057400" indent="-228600">
              <a:spcBef>
                <a:spcPct val="20000"/>
              </a:spcBef>
              <a:buChar char="»"/>
              <a:defRPr sz="105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05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05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05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0500">
                <a:solidFill>
                  <a:schemeClr val="tx1"/>
                </a:solidFill>
                <a:latin typeface="Times New Roman" panose="02020603050405020304" pitchFamily="18" charset="0"/>
              </a:defRPr>
            </a:lvl9pPr>
          </a:lstStyle>
          <a:p>
            <a:pPr algn="ctr" eaLnBrk="1" hangingPunct="1">
              <a:spcBef>
                <a:spcPct val="50000"/>
              </a:spcBef>
              <a:buFontTx/>
              <a:buNone/>
            </a:pPr>
            <a:r>
              <a:rPr lang="en-US" altLang="en-US" sz="4000" dirty="0"/>
              <a:t>LITERATURE REVIEW</a:t>
            </a:r>
          </a:p>
        </p:txBody>
      </p:sp>
      <p:sp>
        <p:nvSpPr>
          <p:cNvPr id="4105" name="Text Box 134">
            <a:extLst>
              <a:ext uri="{FF2B5EF4-FFF2-40B4-BE49-F238E27FC236}">
                <a16:creationId xmlns:a16="http://schemas.microsoft.com/office/drawing/2014/main" id="{90A8F3C3-4B87-3169-365D-7EE220E0E7B7}"/>
              </a:ext>
            </a:extLst>
          </p:cNvPr>
          <p:cNvSpPr txBox="1">
            <a:spLocks noChangeArrowheads="1"/>
          </p:cNvSpPr>
          <p:nvPr/>
        </p:nvSpPr>
        <p:spPr bwMode="auto">
          <a:xfrm>
            <a:off x="17622838" y="4675188"/>
            <a:ext cx="8491537" cy="70802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800">
                <a:solidFill>
                  <a:schemeClr val="tx1"/>
                </a:solidFill>
                <a:latin typeface="Times New Roman" panose="02020603050405020304" pitchFamily="18" charset="0"/>
              </a:defRPr>
            </a:lvl1pPr>
            <a:lvl2pPr marL="742950" indent="-285750">
              <a:spcBef>
                <a:spcPct val="20000"/>
              </a:spcBef>
              <a:buChar char="–"/>
              <a:defRPr sz="14700">
                <a:solidFill>
                  <a:schemeClr val="tx1"/>
                </a:solidFill>
                <a:latin typeface="Times New Roman" panose="02020603050405020304" pitchFamily="18" charset="0"/>
              </a:defRPr>
            </a:lvl2pPr>
            <a:lvl3pPr marL="1143000" indent="-228600">
              <a:spcBef>
                <a:spcPct val="20000"/>
              </a:spcBef>
              <a:buChar char="•"/>
              <a:defRPr sz="12600">
                <a:solidFill>
                  <a:schemeClr val="tx1"/>
                </a:solidFill>
                <a:latin typeface="Times New Roman" panose="02020603050405020304" pitchFamily="18" charset="0"/>
              </a:defRPr>
            </a:lvl3pPr>
            <a:lvl4pPr marL="1600200" indent="-228600">
              <a:spcBef>
                <a:spcPct val="20000"/>
              </a:spcBef>
              <a:buChar char="–"/>
              <a:defRPr sz="10500">
                <a:solidFill>
                  <a:schemeClr val="tx1"/>
                </a:solidFill>
                <a:latin typeface="Times New Roman" panose="02020603050405020304" pitchFamily="18" charset="0"/>
              </a:defRPr>
            </a:lvl4pPr>
            <a:lvl5pPr marL="2057400" indent="-228600">
              <a:spcBef>
                <a:spcPct val="20000"/>
              </a:spcBef>
              <a:buChar char="»"/>
              <a:defRPr sz="105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05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05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05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0500">
                <a:solidFill>
                  <a:schemeClr val="tx1"/>
                </a:solidFill>
                <a:latin typeface="Times New Roman" panose="02020603050405020304" pitchFamily="18" charset="0"/>
              </a:defRPr>
            </a:lvl9pPr>
          </a:lstStyle>
          <a:p>
            <a:pPr algn="ctr" eaLnBrk="1" hangingPunct="1">
              <a:spcBef>
                <a:spcPct val="50000"/>
              </a:spcBef>
              <a:buFontTx/>
              <a:buNone/>
            </a:pPr>
            <a:r>
              <a:rPr lang="en-US" altLang="en-US" sz="4000"/>
              <a:t>METHODOLOGY</a:t>
            </a:r>
          </a:p>
        </p:txBody>
      </p:sp>
      <p:sp>
        <p:nvSpPr>
          <p:cNvPr id="4106" name="Text Box 7023">
            <a:extLst>
              <a:ext uri="{FF2B5EF4-FFF2-40B4-BE49-F238E27FC236}">
                <a16:creationId xmlns:a16="http://schemas.microsoft.com/office/drawing/2014/main" id="{A31F2847-36F3-7293-7243-16D0D0405FA3}"/>
              </a:ext>
            </a:extLst>
          </p:cNvPr>
          <p:cNvSpPr txBox="1">
            <a:spLocks noChangeArrowheads="1"/>
          </p:cNvSpPr>
          <p:nvPr/>
        </p:nvSpPr>
        <p:spPr bwMode="auto">
          <a:xfrm>
            <a:off x="16992600" y="9817594"/>
            <a:ext cx="9829800" cy="70167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800">
                <a:solidFill>
                  <a:schemeClr val="tx1"/>
                </a:solidFill>
                <a:latin typeface="Times New Roman" panose="02020603050405020304" pitchFamily="18" charset="0"/>
              </a:defRPr>
            </a:lvl1pPr>
            <a:lvl2pPr marL="742950" indent="-285750">
              <a:spcBef>
                <a:spcPct val="20000"/>
              </a:spcBef>
              <a:buChar char="–"/>
              <a:defRPr sz="14700">
                <a:solidFill>
                  <a:schemeClr val="tx1"/>
                </a:solidFill>
                <a:latin typeface="Times New Roman" panose="02020603050405020304" pitchFamily="18" charset="0"/>
              </a:defRPr>
            </a:lvl2pPr>
            <a:lvl3pPr marL="1143000" indent="-228600">
              <a:spcBef>
                <a:spcPct val="20000"/>
              </a:spcBef>
              <a:buChar char="•"/>
              <a:defRPr sz="12600">
                <a:solidFill>
                  <a:schemeClr val="tx1"/>
                </a:solidFill>
                <a:latin typeface="Times New Roman" panose="02020603050405020304" pitchFamily="18" charset="0"/>
              </a:defRPr>
            </a:lvl3pPr>
            <a:lvl4pPr marL="1600200" indent="-228600">
              <a:spcBef>
                <a:spcPct val="20000"/>
              </a:spcBef>
              <a:buChar char="–"/>
              <a:defRPr sz="10500">
                <a:solidFill>
                  <a:schemeClr val="tx1"/>
                </a:solidFill>
                <a:latin typeface="Times New Roman" panose="02020603050405020304" pitchFamily="18" charset="0"/>
              </a:defRPr>
            </a:lvl4pPr>
            <a:lvl5pPr marL="2057400" indent="-228600">
              <a:spcBef>
                <a:spcPct val="20000"/>
              </a:spcBef>
              <a:buChar char="»"/>
              <a:defRPr sz="105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05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05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05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0500">
                <a:solidFill>
                  <a:schemeClr val="tx1"/>
                </a:solidFill>
                <a:latin typeface="Times New Roman" panose="02020603050405020304" pitchFamily="18" charset="0"/>
              </a:defRPr>
            </a:lvl9pPr>
          </a:lstStyle>
          <a:p>
            <a:pPr algn="ctr" eaLnBrk="1" hangingPunct="1">
              <a:spcBef>
                <a:spcPct val="50000"/>
              </a:spcBef>
              <a:buFontTx/>
              <a:buNone/>
            </a:pPr>
            <a:r>
              <a:rPr lang="en-US" altLang="en-US" sz="4000" dirty="0"/>
              <a:t>DESIGNS </a:t>
            </a:r>
          </a:p>
        </p:txBody>
      </p:sp>
      <p:sp>
        <p:nvSpPr>
          <p:cNvPr id="4107" name="Text Box 7023">
            <a:extLst>
              <a:ext uri="{FF2B5EF4-FFF2-40B4-BE49-F238E27FC236}">
                <a16:creationId xmlns:a16="http://schemas.microsoft.com/office/drawing/2014/main" id="{C73B2FC6-7B39-2FC2-BF0D-C855C991A152}"/>
              </a:ext>
            </a:extLst>
          </p:cNvPr>
          <p:cNvSpPr txBox="1">
            <a:spLocks noChangeArrowheads="1"/>
          </p:cNvSpPr>
          <p:nvPr/>
        </p:nvSpPr>
        <p:spPr bwMode="auto">
          <a:xfrm>
            <a:off x="31165800" y="21896016"/>
            <a:ext cx="9829800" cy="70167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800">
                <a:solidFill>
                  <a:schemeClr val="tx1"/>
                </a:solidFill>
                <a:latin typeface="Times New Roman" panose="02020603050405020304" pitchFamily="18" charset="0"/>
              </a:defRPr>
            </a:lvl1pPr>
            <a:lvl2pPr marL="742950" indent="-285750">
              <a:spcBef>
                <a:spcPct val="20000"/>
              </a:spcBef>
              <a:buChar char="–"/>
              <a:defRPr sz="14700">
                <a:solidFill>
                  <a:schemeClr val="tx1"/>
                </a:solidFill>
                <a:latin typeface="Times New Roman" panose="02020603050405020304" pitchFamily="18" charset="0"/>
              </a:defRPr>
            </a:lvl2pPr>
            <a:lvl3pPr marL="1143000" indent="-228600">
              <a:spcBef>
                <a:spcPct val="20000"/>
              </a:spcBef>
              <a:buChar char="•"/>
              <a:defRPr sz="12600">
                <a:solidFill>
                  <a:schemeClr val="tx1"/>
                </a:solidFill>
                <a:latin typeface="Times New Roman" panose="02020603050405020304" pitchFamily="18" charset="0"/>
              </a:defRPr>
            </a:lvl3pPr>
            <a:lvl4pPr marL="1600200" indent="-228600">
              <a:spcBef>
                <a:spcPct val="20000"/>
              </a:spcBef>
              <a:buChar char="–"/>
              <a:defRPr sz="10500">
                <a:solidFill>
                  <a:schemeClr val="tx1"/>
                </a:solidFill>
                <a:latin typeface="Times New Roman" panose="02020603050405020304" pitchFamily="18" charset="0"/>
              </a:defRPr>
            </a:lvl4pPr>
            <a:lvl5pPr marL="2057400" indent="-228600">
              <a:spcBef>
                <a:spcPct val="20000"/>
              </a:spcBef>
              <a:buChar char="»"/>
              <a:defRPr sz="105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05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05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05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0500">
                <a:solidFill>
                  <a:schemeClr val="tx1"/>
                </a:solidFill>
                <a:latin typeface="Times New Roman" panose="02020603050405020304" pitchFamily="18" charset="0"/>
              </a:defRPr>
            </a:lvl9pPr>
          </a:lstStyle>
          <a:p>
            <a:pPr algn="ctr" eaLnBrk="1" hangingPunct="1">
              <a:spcBef>
                <a:spcPct val="50000"/>
              </a:spcBef>
              <a:buFontTx/>
              <a:buNone/>
            </a:pPr>
            <a:r>
              <a:rPr lang="en-US" altLang="en-US" sz="4000"/>
              <a:t>REFERENCES</a:t>
            </a:r>
          </a:p>
        </p:txBody>
      </p:sp>
      <p:sp>
        <p:nvSpPr>
          <p:cNvPr id="4108" name="Text Box 7023">
            <a:extLst>
              <a:ext uri="{FF2B5EF4-FFF2-40B4-BE49-F238E27FC236}">
                <a16:creationId xmlns:a16="http://schemas.microsoft.com/office/drawing/2014/main" id="{565EE077-AC45-A77A-9354-CE21E70F6C03}"/>
              </a:ext>
            </a:extLst>
          </p:cNvPr>
          <p:cNvSpPr txBox="1">
            <a:spLocks noChangeArrowheads="1"/>
          </p:cNvSpPr>
          <p:nvPr/>
        </p:nvSpPr>
        <p:spPr bwMode="auto">
          <a:xfrm>
            <a:off x="31340367" y="13426471"/>
            <a:ext cx="9829800" cy="70167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800">
                <a:solidFill>
                  <a:schemeClr val="tx1"/>
                </a:solidFill>
                <a:latin typeface="Times New Roman" panose="02020603050405020304" pitchFamily="18" charset="0"/>
              </a:defRPr>
            </a:lvl1pPr>
            <a:lvl2pPr marL="742950" indent="-285750">
              <a:spcBef>
                <a:spcPct val="20000"/>
              </a:spcBef>
              <a:buChar char="–"/>
              <a:defRPr sz="14700">
                <a:solidFill>
                  <a:schemeClr val="tx1"/>
                </a:solidFill>
                <a:latin typeface="Times New Roman" panose="02020603050405020304" pitchFamily="18" charset="0"/>
              </a:defRPr>
            </a:lvl2pPr>
            <a:lvl3pPr marL="1143000" indent="-228600">
              <a:spcBef>
                <a:spcPct val="20000"/>
              </a:spcBef>
              <a:buChar char="•"/>
              <a:defRPr sz="12600">
                <a:solidFill>
                  <a:schemeClr val="tx1"/>
                </a:solidFill>
                <a:latin typeface="Times New Roman" panose="02020603050405020304" pitchFamily="18" charset="0"/>
              </a:defRPr>
            </a:lvl3pPr>
            <a:lvl4pPr marL="1600200" indent="-228600">
              <a:spcBef>
                <a:spcPct val="20000"/>
              </a:spcBef>
              <a:buChar char="–"/>
              <a:defRPr sz="10500">
                <a:solidFill>
                  <a:schemeClr val="tx1"/>
                </a:solidFill>
                <a:latin typeface="Times New Roman" panose="02020603050405020304" pitchFamily="18" charset="0"/>
              </a:defRPr>
            </a:lvl4pPr>
            <a:lvl5pPr marL="2057400" indent="-228600">
              <a:spcBef>
                <a:spcPct val="20000"/>
              </a:spcBef>
              <a:buChar char="»"/>
              <a:defRPr sz="105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05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05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05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0500">
                <a:solidFill>
                  <a:schemeClr val="tx1"/>
                </a:solidFill>
                <a:latin typeface="Times New Roman" panose="02020603050405020304" pitchFamily="18" charset="0"/>
              </a:defRPr>
            </a:lvl9pPr>
          </a:lstStyle>
          <a:p>
            <a:pPr algn="ctr" eaLnBrk="1" hangingPunct="1">
              <a:spcBef>
                <a:spcPct val="50000"/>
              </a:spcBef>
              <a:buFontTx/>
              <a:buNone/>
            </a:pPr>
            <a:r>
              <a:rPr lang="en-US" altLang="en-US" sz="4000" dirty="0"/>
              <a:t>DISCUSSION</a:t>
            </a:r>
          </a:p>
        </p:txBody>
      </p:sp>
      <p:sp>
        <p:nvSpPr>
          <p:cNvPr id="4109" name="Title 1">
            <a:extLst>
              <a:ext uri="{FF2B5EF4-FFF2-40B4-BE49-F238E27FC236}">
                <a16:creationId xmlns:a16="http://schemas.microsoft.com/office/drawing/2014/main" id="{AB1AD366-C20D-F72E-939A-9FC4B6B0BB76}"/>
              </a:ext>
            </a:extLst>
          </p:cNvPr>
          <p:cNvSpPr>
            <a:spLocks noGrp="1" noChangeArrowheads="1"/>
          </p:cNvSpPr>
          <p:nvPr>
            <p:ph type="title"/>
          </p:nvPr>
        </p:nvSpPr>
        <p:spPr>
          <a:xfrm>
            <a:off x="12158663" y="85725"/>
            <a:ext cx="21369337" cy="1504950"/>
          </a:xfrm>
          <a:solidFill>
            <a:srgbClr val="CCCCFF"/>
          </a:solidFill>
        </p:spPr>
        <p:txBody>
          <a:bodyPr/>
          <a:lstStyle/>
          <a:p>
            <a:r>
              <a:rPr lang="en-US" altLang="en-US" sz="9600" b="1" dirty="0"/>
              <a:t>SLM and LLM </a:t>
            </a:r>
            <a:endParaRPr lang="en-GB" altLang="en-US" sz="9600" b="1" dirty="0"/>
          </a:p>
        </p:txBody>
      </p:sp>
      <p:sp>
        <p:nvSpPr>
          <p:cNvPr id="2" name="Text 12">
            <a:extLst>
              <a:ext uri="{FF2B5EF4-FFF2-40B4-BE49-F238E27FC236}">
                <a16:creationId xmlns:a16="http://schemas.microsoft.com/office/drawing/2014/main" id="{875CB1C7-E6A8-AA8D-BE69-3721C0575393}"/>
              </a:ext>
            </a:extLst>
          </p:cNvPr>
          <p:cNvSpPr/>
          <p:nvPr/>
        </p:nvSpPr>
        <p:spPr>
          <a:xfrm>
            <a:off x="441960" y="5632595"/>
            <a:ext cx="13716000" cy="6400800"/>
          </a:xfrm>
          <a:prstGeom prst="rect">
            <a:avLst/>
          </a:prstGeom>
          <a:noFill/>
          <a:ln/>
        </p:spPr>
        <p:txBody>
          <a:bodyPr wrap="square" lIns="508" tIns="508" rIns="508" bIns="508" rtlCol="0" anchor="t"/>
          <a:lstStyle/>
          <a:p>
            <a:pPr marL="0" indent="0" algn="just">
              <a:buNone/>
            </a:pPr>
            <a:endParaRPr lang="en-US" sz="2400" b="0" dirty="0">
              <a:latin typeface="+mj-lt"/>
            </a:endParaRPr>
          </a:p>
        </p:txBody>
      </p:sp>
      <p:sp>
        <p:nvSpPr>
          <p:cNvPr id="5" name="Text 12">
            <a:extLst>
              <a:ext uri="{FF2B5EF4-FFF2-40B4-BE49-F238E27FC236}">
                <a16:creationId xmlns:a16="http://schemas.microsoft.com/office/drawing/2014/main" id="{CF992ECB-F7E7-D438-06FB-22C134D14179}"/>
              </a:ext>
            </a:extLst>
          </p:cNvPr>
          <p:cNvSpPr/>
          <p:nvPr/>
        </p:nvSpPr>
        <p:spPr>
          <a:xfrm>
            <a:off x="15332825" y="5632595"/>
            <a:ext cx="13074535" cy="3587605"/>
          </a:xfrm>
          <a:prstGeom prst="rect">
            <a:avLst/>
          </a:prstGeom>
          <a:noFill/>
          <a:ln/>
        </p:spPr>
        <p:txBody>
          <a:bodyPr wrap="square" lIns="508" tIns="508" rIns="508" bIns="508" rtlCol="0" anchor="t"/>
          <a:lstStyle/>
          <a:p>
            <a:pPr marL="0" indent="0">
              <a:buNone/>
            </a:pPr>
            <a:r>
              <a:rPr lang="en-US" sz="2400" b="0" dirty="0">
                <a:solidFill>
                  <a:srgbClr val="111111"/>
                </a:solidFill>
                <a:latin typeface="+mj-lt"/>
                <a:ea typeface="Arial" pitchFamily="34" charset="-122"/>
                <a:cs typeface="Arial" pitchFamily="34" charset="-120"/>
              </a:rPr>
              <a:t>This poster uses a structured explanatory literature-review methodology rather than an experimental benchmarking design. Sources were selected and synthesized to explain the foundational concepts behind SLMs and LLMs and to clarify how these model classes differ in architecture, scale, and deployment suitability. The analysis is organized around five main dimensions: transformer foundations key model components model scale and capability efficiency and deployment constraints practical application context This framework treats language-model understanding as a systems-level problem in which model choice is interpreted relative to real-world constraints rather than benchmark performance alone. Instead of asking which class is universally superior, the methodology emphasizes conceptual explanation and fit-for-purpose interpretation using prior literature.</a:t>
            </a:r>
            <a:endParaRPr lang="en-US" sz="2400" b="0" dirty="0">
              <a:latin typeface="+mj-lt"/>
            </a:endParaRPr>
          </a:p>
        </p:txBody>
      </p:sp>
      <p:sp>
        <p:nvSpPr>
          <p:cNvPr id="6" name="Text 13">
            <a:extLst>
              <a:ext uri="{FF2B5EF4-FFF2-40B4-BE49-F238E27FC236}">
                <a16:creationId xmlns:a16="http://schemas.microsoft.com/office/drawing/2014/main" id="{ABAD6E8F-2873-A3A6-9771-9EAB351A52B9}"/>
              </a:ext>
            </a:extLst>
          </p:cNvPr>
          <p:cNvSpPr/>
          <p:nvPr/>
        </p:nvSpPr>
        <p:spPr>
          <a:xfrm>
            <a:off x="702295" y="21031201"/>
            <a:ext cx="13409960" cy="7206238"/>
          </a:xfrm>
          <a:prstGeom prst="rect">
            <a:avLst/>
          </a:prstGeom>
          <a:noFill/>
          <a:ln/>
        </p:spPr>
        <p:txBody>
          <a:bodyPr wrap="square" lIns="508" tIns="508" rIns="508" bIns="508" rtlCol="0" anchor="t"/>
          <a:lstStyle/>
          <a:p>
            <a:pPr marL="0" indent="0" algn="just">
              <a:buNone/>
            </a:pPr>
            <a:r>
              <a:rPr lang="en-US" sz="2400" b="0" dirty="0">
                <a:solidFill>
                  <a:srgbClr val="111111"/>
                </a:solidFill>
                <a:latin typeface="+mj-lt"/>
                <a:ea typeface="Arial" pitchFamily="34" charset="-122"/>
                <a:cs typeface="Arial" pitchFamily="34" charset="-120"/>
              </a:rPr>
              <a:t>The literature on modern language models can be organized into several connected streams: transformer foundations, scaling and compute research, foundation model framing, and efficiency-oriented model design. Transformer research established attention-based sequence modeling as the dominant architecture for modern natural language processing and made large-scale language training more practical (Vaswani et al., 2017). Scaling-law research then showed that model performance tends to improve systematically as parameters, data, and compute increase, but also that effective capability depends on balancing these resources rather than maximizing only one of them (Kaplan et al., 2020; Hoffmann et al., 2022).A second important stream of literature focuses on the broader role of language models as foundation models, which can be adapted to many downstream tasks and raise both technical opportunities and deployment risks (</a:t>
            </a:r>
            <a:r>
              <a:rPr lang="en-US" sz="2400" b="0" dirty="0" err="1">
                <a:solidFill>
                  <a:srgbClr val="111111"/>
                </a:solidFill>
                <a:latin typeface="+mj-lt"/>
                <a:ea typeface="Arial" pitchFamily="34" charset="-122"/>
                <a:cs typeface="Arial" pitchFamily="34" charset="-120"/>
              </a:rPr>
              <a:t>Bommasani</a:t>
            </a:r>
            <a:r>
              <a:rPr lang="en-US" sz="2400" b="0" dirty="0">
                <a:solidFill>
                  <a:srgbClr val="111111"/>
                </a:solidFill>
                <a:latin typeface="+mj-lt"/>
                <a:ea typeface="Arial" pitchFamily="34" charset="-122"/>
                <a:cs typeface="Arial" pitchFamily="34" charset="-120"/>
              </a:rPr>
              <a:t> et al., 2021). Within this broader context, large language models have been studied as increasingly capable general-purpose systems with strong cross-domain performance and flexible open-ended generation (Zhao et al., 2023). In parallel, research on efficient model design shows that smaller models can preserve substantial practical value through distillation, curated data, and deployment-aware optimization (Sanh et al., 2019; Lu et al., 2024). More recent SLM literature therefore treats compact models not simply as reduced versions of LLMs, but as a distinct design space optimized for speed, accessibility, and constrained deployment. Taken together, the literature reflects a broader shift from viewing language models only through the lens of scale toward evaluating them in relation to operational fit. This shift supports a more useful framework for understanding SLMs and LLMs: not as a simple hierarchy of quality, but as different model regimes with different strengths, limitations, and deployment purposes (</a:t>
            </a:r>
            <a:r>
              <a:rPr lang="en-US" sz="2400" b="0" dirty="0" err="1">
                <a:solidFill>
                  <a:srgbClr val="111111"/>
                </a:solidFill>
                <a:latin typeface="+mj-lt"/>
                <a:ea typeface="Arial" pitchFamily="34" charset="-122"/>
                <a:cs typeface="Arial" pitchFamily="34" charset="-120"/>
              </a:rPr>
              <a:t>Bommasani</a:t>
            </a:r>
            <a:r>
              <a:rPr lang="en-US" sz="2400" b="0" dirty="0">
                <a:solidFill>
                  <a:srgbClr val="111111"/>
                </a:solidFill>
                <a:latin typeface="+mj-lt"/>
                <a:ea typeface="Arial" pitchFamily="34" charset="-122"/>
                <a:cs typeface="Arial" pitchFamily="34" charset="-120"/>
              </a:rPr>
              <a:t> et al., 2021; Lu et al., 2024).</a:t>
            </a:r>
            <a:endParaRPr lang="en-US" sz="2400" b="0" dirty="0">
              <a:latin typeface="+mj-lt"/>
            </a:endParaRPr>
          </a:p>
        </p:txBody>
      </p:sp>
      <p:sp>
        <p:nvSpPr>
          <p:cNvPr id="10" name="Text 34">
            <a:extLst>
              <a:ext uri="{FF2B5EF4-FFF2-40B4-BE49-F238E27FC236}">
                <a16:creationId xmlns:a16="http://schemas.microsoft.com/office/drawing/2014/main" id="{E56F34F9-3F8F-355C-CA57-335372172059}"/>
              </a:ext>
            </a:extLst>
          </p:cNvPr>
          <p:cNvSpPr/>
          <p:nvPr/>
        </p:nvSpPr>
        <p:spPr>
          <a:xfrm>
            <a:off x="29580839" y="5632594"/>
            <a:ext cx="13716001" cy="10826605"/>
          </a:xfrm>
          <a:prstGeom prst="rect">
            <a:avLst/>
          </a:prstGeom>
          <a:noFill/>
          <a:ln/>
        </p:spPr>
        <p:txBody>
          <a:bodyPr wrap="square" lIns="508" tIns="508" rIns="508" bIns="508" rtlCol="0" anchor="t"/>
          <a:lstStyle/>
          <a:p>
            <a:pPr marL="0" indent="0" algn="just">
              <a:buNone/>
            </a:pPr>
            <a:endParaRPr lang="en-US" sz="2400" b="0" dirty="0">
              <a:latin typeface="+mj-lt"/>
            </a:endParaRPr>
          </a:p>
        </p:txBody>
      </p:sp>
      <p:sp>
        <p:nvSpPr>
          <p:cNvPr id="11" name="Text 36">
            <a:extLst>
              <a:ext uri="{FF2B5EF4-FFF2-40B4-BE49-F238E27FC236}">
                <a16:creationId xmlns:a16="http://schemas.microsoft.com/office/drawing/2014/main" id="{764F7B18-CE75-359E-7AC6-2E781881406E}"/>
              </a:ext>
            </a:extLst>
          </p:cNvPr>
          <p:cNvSpPr/>
          <p:nvPr/>
        </p:nvSpPr>
        <p:spPr>
          <a:xfrm>
            <a:off x="29555439" y="14527153"/>
            <a:ext cx="13716000" cy="5830714"/>
          </a:xfrm>
          <a:prstGeom prst="rect">
            <a:avLst/>
          </a:prstGeom>
          <a:noFill/>
          <a:ln/>
        </p:spPr>
        <p:txBody>
          <a:bodyPr wrap="square" lIns="508" tIns="508" rIns="508" bIns="508" rtlCol="0" anchor="t"/>
          <a:lstStyle/>
          <a:p>
            <a:pPr marL="0" indent="0" algn="just">
              <a:buNone/>
            </a:pPr>
            <a:r>
              <a:rPr lang="en-US" sz="2400" b="0" dirty="0">
                <a:solidFill>
                  <a:srgbClr val="111111"/>
                </a:solidFill>
                <a:latin typeface="+mj-lt"/>
                <a:ea typeface="Arial" pitchFamily="34" charset="-122"/>
                <a:cs typeface="Arial" pitchFamily="34" charset="-120"/>
              </a:rPr>
              <a:t>he most important implication of the literature is that SLMs and LLMs should not be understood as a simple hierarchy where larger automatically means better. Instead, they should be viewed as different design regimes optimized for different tradeoffs. LLMs remain the stronger option when broad reasoning, cross-domain transfer, and open-ended generation are the priority. However, SLMs remain highly valuable when latency, memory demand, deployment cost, or privacy constraints become decisive. Research on distillation and efficient model design reinforces this point by showing that smaller models can preserve practical value under the right conditions (Sanh et al., 2019; Lu et al., 2024). At the same time, foundation-model research warns that large-scale capability also introduces broader concerns around infrastructure, governance, and operational complexity (</a:t>
            </a:r>
            <a:r>
              <a:rPr lang="en-US" sz="2400" b="0" dirty="0" err="1">
                <a:solidFill>
                  <a:srgbClr val="111111"/>
                </a:solidFill>
                <a:latin typeface="+mj-lt"/>
                <a:ea typeface="Arial" pitchFamily="34" charset="-122"/>
                <a:cs typeface="Arial" pitchFamily="34" charset="-120"/>
              </a:rPr>
              <a:t>Bommasani</a:t>
            </a:r>
            <a:r>
              <a:rPr lang="en-US" sz="2400" b="0" dirty="0">
                <a:solidFill>
                  <a:srgbClr val="111111"/>
                </a:solidFill>
                <a:latin typeface="+mj-lt"/>
                <a:ea typeface="Arial" pitchFamily="34" charset="-122"/>
                <a:cs typeface="Arial" pitchFamily="34" charset="-120"/>
              </a:rPr>
              <a:t> et al., 2021). As a result, the real contribution of the literature is not the replacement of one class by the other, but a reframing of the model-selection problem around fit between capability requirements and deployment constraints. For enterprise, industrial, and edge systems, this reframing is especially important. In many real-world environments, the most effective architecture may be hybrid. In such cases, LLMs can support broad reasoning, orchestration, and exception handling, while SLMs can support local inference, domain specialization, and cost-controlled routine tasks. This supports the larger conclusion of the poster: model choice should be guided by use case, infrastructure, privacy, and system requirements rather than by scale alone.</a:t>
            </a:r>
            <a:endParaRPr lang="en-US" sz="2400" b="0" dirty="0">
              <a:latin typeface="+mj-lt"/>
            </a:endParaRPr>
          </a:p>
        </p:txBody>
      </p:sp>
      <p:sp>
        <p:nvSpPr>
          <p:cNvPr id="13" name="Text 39">
            <a:extLst>
              <a:ext uri="{FF2B5EF4-FFF2-40B4-BE49-F238E27FC236}">
                <a16:creationId xmlns:a16="http://schemas.microsoft.com/office/drawing/2014/main" id="{61C8848C-2886-317C-2A45-2D906B889AB4}"/>
              </a:ext>
            </a:extLst>
          </p:cNvPr>
          <p:cNvSpPr/>
          <p:nvPr/>
        </p:nvSpPr>
        <p:spPr>
          <a:xfrm>
            <a:off x="29555440" y="23022705"/>
            <a:ext cx="13716000" cy="4663440"/>
          </a:xfrm>
          <a:prstGeom prst="rect">
            <a:avLst/>
          </a:prstGeom>
          <a:noFill/>
          <a:ln/>
        </p:spPr>
        <p:txBody>
          <a:bodyPr wrap="square" lIns="508" tIns="508" rIns="508" bIns="508" rtlCol="0" anchor="t">
            <a:normAutofit/>
          </a:bodyPr>
          <a:lstStyle/>
          <a:p>
            <a:pPr marL="0" indent="0">
              <a:buNone/>
            </a:pPr>
            <a:r>
              <a:rPr lang="en-US" sz="2400" b="0" dirty="0" err="1">
                <a:solidFill>
                  <a:srgbClr val="111111"/>
                </a:solidFill>
                <a:latin typeface="+mj-lt"/>
                <a:ea typeface="Arial" pitchFamily="34" charset="-122"/>
                <a:cs typeface="Arial" pitchFamily="34" charset="-120"/>
              </a:rPr>
              <a:t>Bommasani</a:t>
            </a:r>
            <a:r>
              <a:rPr lang="en-US" sz="2400" b="0" dirty="0">
                <a:solidFill>
                  <a:srgbClr val="111111"/>
                </a:solidFill>
                <a:latin typeface="+mj-lt"/>
                <a:ea typeface="Arial" pitchFamily="34" charset="-122"/>
                <a:cs typeface="Arial" pitchFamily="34" charset="-120"/>
              </a:rPr>
              <a:t>, R., et al. (2021). On the Opportunities and Risks of Foundation </a:t>
            </a:r>
            <a:r>
              <a:rPr lang="en-US" sz="2400" b="0" dirty="0" err="1">
                <a:solidFill>
                  <a:srgbClr val="111111"/>
                </a:solidFill>
                <a:latin typeface="+mj-lt"/>
                <a:ea typeface="Arial" pitchFamily="34" charset="-122"/>
                <a:cs typeface="Arial" pitchFamily="34" charset="-120"/>
              </a:rPr>
              <a:t>Models.Hoffmann</a:t>
            </a:r>
            <a:r>
              <a:rPr lang="en-US" sz="2400" b="0" dirty="0">
                <a:solidFill>
                  <a:srgbClr val="111111"/>
                </a:solidFill>
                <a:latin typeface="+mj-lt"/>
                <a:ea typeface="Arial" pitchFamily="34" charset="-122"/>
                <a:cs typeface="Arial" pitchFamily="34" charset="-120"/>
              </a:rPr>
              <a:t>, J., et al. (2022).</a:t>
            </a:r>
          </a:p>
          <a:p>
            <a:pPr marL="0" indent="0">
              <a:buNone/>
            </a:pPr>
            <a:r>
              <a:rPr lang="en-US" sz="2400" b="0" dirty="0">
                <a:solidFill>
                  <a:srgbClr val="111111"/>
                </a:solidFill>
                <a:latin typeface="+mj-lt"/>
                <a:ea typeface="Arial" pitchFamily="34" charset="-122"/>
                <a:cs typeface="Arial" pitchFamily="34" charset="-120"/>
              </a:rPr>
              <a:t>Training Compute-Optimal Large Language </a:t>
            </a:r>
            <a:r>
              <a:rPr lang="en-US" sz="2400" b="0" dirty="0" err="1">
                <a:solidFill>
                  <a:srgbClr val="111111"/>
                </a:solidFill>
                <a:latin typeface="+mj-lt"/>
                <a:ea typeface="Arial" pitchFamily="34" charset="-122"/>
                <a:cs typeface="Arial" pitchFamily="34" charset="-120"/>
              </a:rPr>
              <a:t>Models.Kaplan</a:t>
            </a:r>
            <a:r>
              <a:rPr lang="en-US" sz="2400" b="0" dirty="0">
                <a:solidFill>
                  <a:srgbClr val="111111"/>
                </a:solidFill>
                <a:latin typeface="+mj-lt"/>
                <a:ea typeface="Arial" pitchFamily="34" charset="-122"/>
                <a:cs typeface="Arial" pitchFamily="34" charset="-120"/>
              </a:rPr>
              <a:t>, J., et al. (2020).</a:t>
            </a:r>
          </a:p>
          <a:p>
            <a:pPr marL="0" indent="0">
              <a:buNone/>
            </a:pPr>
            <a:r>
              <a:rPr lang="en-US" sz="2400" b="0" dirty="0">
                <a:solidFill>
                  <a:srgbClr val="111111"/>
                </a:solidFill>
                <a:latin typeface="+mj-lt"/>
                <a:ea typeface="Arial" pitchFamily="34" charset="-122"/>
                <a:cs typeface="Arial" pitchFamily="34" charset="-120"/>
              </a:rPr>
              <a:t>Scaling Laws for Neural Language </a:t>
            </a:r>
            <a:r>
              <a:rPr lang="en-US" sz="2400" b="0" dirty="0" err="1">
                <a:solidFill>
                  <a:srgbClr val="111111"/>
                </a:solidFill>
                <a:latin typeface="+mj-lt"/>
                <a:ea typeface="Arial" pitchFamily="34" charset="-122"/>
                <a:cs typeface="Arial" pitchFamily="34" charset="-120"/>
              </a:rPr>
              <a:t>Models.Lu</a:t>
            </a:r>
            <a:r>
              <a:rPr lang="en-US" sz="2400" b="0" dirty="0">
                <a:solidFill>
                  <a:srgbClr val="111111"/>
                </a:solidFill>
                <a:latin typeface="+mj-lt"/>
                <a:ea typeface="Arial" pitchFamily="34" charset="-122"/>
                <a:cs typeface="Arial" pitchFamily="34" charset="-120"/>
              </a:rPr>
              <a:t>, Z., et al. (2024). Small Language Models: Survey, Measurements, and </a:t>
            </a:r>
            <a:r>
              <a:rPr lang="en-US" sz="2400" b="0" dirty="0" err="1">
                <a:solidFill>
                  <a:srgbClr val="111111"/>
                </a:solidFill>
                <a:latin typeface="+mj-lt"/>
                <a:ea typeface="Arial" pitchFamily="34" charset="-122"/>
                <a:cs typeface="Arial" pitchFamily="34" charset="-120"/>
              </a:rPr>
              <a:t>Insights.Sanh</a:t>
            </a:r>
            <a:r>
              <a:rPr lang="en-US" sz="2400" b="0" dirty="0">
                <a:solidFill>
                  <a:srgbClr val="111111"/>
                </a:solidFill>
                <a:latin typeface="+mj-lt"/>
                <a:ea typeface="Arial" pitchFamily="34" charset="-122"/>
                <a:cs typeface="Arial" pitchFamily="34" charset="-120"/>
              </a:rPr>
              <a:t>, V., et al. (2019). </a:t>
            </a:r>
          </a:p>
          <a:p>
            <a:pPr marL="0" indent="0">
              <a:buNone/>
            </a:pPr>
            <a:r>
              <a:rPr lang="en-US" sz="2400" b="0" dirty="0" err="1">
                <a:solidFill>
                  <a:srgbClr val="111111"/>
                </a:solidFill>
                <a:latin typeface="+mj-lt"/>
                <a:ea typeface="Arial" pitchFamily="34" charset="-122"/>
                <a:cs typeface="Arial" pitchFamily="34" charset="-120"/>
              </a:rPr>
              <a:t>DistilBERT</a:t>
            </a:r>
            <a:r>
              <a:rPr lang="en-US" sz="2400" b="0" dirty="0">
                <a:solidFill>
                  <a:srgbClr val="111111"/>
                </a:solidFill>
                <a:latin typeface="+mj-lt"/>
                <a:ea typeface="Arial" pitchFamily="34" charset="-122"/>
                <a:cs typeface="Arial" pitchFamily="34" charset="-120"/>
              </a:rPr>
              <a:t>: A Distilled Version of </a:t>
            </a:r>
            <a:r>
              <a:rPr lang="en-US" sz="2400" b="0" dirty="0" err="1">
                <a:solidFill>
                  <a:srgbClr val="111111"/>
                </a:solidFill>
                <a:latin typeface="+mj-lt"/>
                <a:ea typeface="Arial" pitchFamily="34" charset="-122"/>
                <a:cs typeface="Arial" pitchFamily="34" charset="-120"/>
              </a:rPr>
              <a:t>BERT.Vaswani</a:t>
            </a:r>
            <a:r>
              <a:rPr lang="en-US" sz="2400" b="0" dirty="0">
                <a:solidFill>
                  <a:srgbClr val="111111"/>
                </a:solidFill>
                <a:latin typeface="+mj-lt"/>
                <a:ea typeface="Arial" pitchFamily="34" charset="-122"/>
                <a:cs typeface="Arial" pitchFamily="34" charset="-120"/>
              </a:rPr>
              <a:t>, A., et al. (2017). </a:t>
            </a:r>
          </a:p>
          <a:p>
            <a:pPr marL="0" indent="0">
              <a:buNone/>
            </a:pPr>
            <a:r>
              <a:rPr lang="en-US" sz="2400" b="0" dirty="0">
                <a:solidFill>
                  <a:srgbClr val="111111"/>
                </a:solidFill>
                <a:latin typeface="+mj-lt"/>
                <a:ea typeface="Arial" pitchFamily="34" charset="-122"/>
                <a:cs typeface="Arial" pitchFamily="34" charset="-120"/>
              </a:rPr>
              <a:t>Attention Is All You </a:t>
            </a:r>
            <a:r>
              <a:rPr lang="en-US" sz="2400" b="0" dirty="0" err="1">
                <a:solidFill>
                  <a:srgbClr val="111111"/>
                </a:solidFill>
                <a:latin typeface="+mj-lt"/>
                <a:ea typeface="Arial" pitchFamily="34" charset="-122"/>
                <a:cs typeface="Arial" pitchFamily="34" charset="-120"/>
              </a:rPr>
              <a:t>Need.Zhao</a:t>
            </a:r>
            <a:r>
              <a:rPr lang="en-US" sz="2400" b="0" dirty="0">
                <a:solidFill>
                  <a:srgbClr val="111111"/>
                </a:solidFill>
                <a:latin typeface="+mj-lt"/>
                <a:ea typeface="Arial" pitchFamily="34" charset="-122"/>
                <a:cs typeface="Arial" pitchFamily="34" charset="-120"/>
              </a:rPr>
              <a:t>, W. X., et al. (2023). A Survey of Large Language Models.</a:t>
            </a:r>
          </a:p>
        </p:txBody>
      </p:sp>
      <p:sp>
        <p:nvSpPr>
          <p:cNvPr id="4" name="Text Box 134">
            <a:extLst>
              <a:ext uri="{FF2B5EF4-FFF2-40B4-BE49-F238E27FC236}">
                <a16:creationId xmlns:a16="http://schemas.microsoft.com/office/drawing/2014/main" id="{078F754D-510C-96F1-28B0-D4062B11952F}"/>
              </a:ext>
            </a:extLst>
          </p:cNvPr>
          <p:cNvSpPr txBox="1">
            <a:spLocks noChangeArrowheads="1"/>
          </p:cNvSpPr>
          <p:nvPr/>
        </p:nvSpPr>
        <p:spPr bwMode="auto">
          <a:xfrm>
            <a:off x="2073275" y="11580957"/>
            <a:ext cx="10744200" cy="70802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800">
                <a:solidFill>
                  <a:schemeClr val="tx1"/>
                </a:solidFill>
                <a:latin typeface="Times New Roman" panose="02020603050405020304" pitchFamily="18" charset="0"/>
              </a:defRPr>
            </a:lvl1pPr>
            <a:lvl2pPr marL="742950" indent="-285750">
              <a:spcBef>
                <a:spcPct val="20000"/>
              </a:spcBef>
              <a:buChar char="–"/>
              <a:defRPr sz="14700">
                <a:solidFill>
                  <a:schemeClr val="tx1"/>
                </a:solidFill>
                <a:latin typeface="Times New Roman" panose="02020603050405020304" pitchFamily="18" charset="0"/>
              </a:defRPr>
            </a:lvl2pPr>
            <a:lvl3pPr marL="1143000" indent="-228600">
              <a:spcBef>
                <a:spcPct val="20000"/>
              </a:spcBef>
              <a:buChar char="•"/>
              <a:defRPr sz="12600">
                <a:solidFill>
                  <a:schemeClr val="tx1"/>
                </a:solidFill>
                <a:latin typeface="Times New Roman" panose="02020603050405020304" pitchFamily="18" charset="0"/>
              </a:defRPr>
            </a:lvl3pPr>
            <a:lvl4pPr marL="1600200" indent="-228600">
              <a:spcBef>
                <a:spcPct val="20000"/>
              </a:spcBef>
              <a:buChar char="–"/>
              <a:defRPr sz="10500">
                <a:solidFill>
                  <a:schemeClr val="tx1"/>
                </a:solidFill>
                <a:latin typeface="Times New Roman" panose="02020603050405020304" pitchFamily="18" charset="0"/>
              </a:defRPr>
            </a:lvl4pPr>
            <a:lvl5pPr marL="2057400" indent="-228600">
              <a:spcBef>
                <a:spcPct val="20000"/>
              </a:spcBef>
              <a:buChar char="»"/>
              <a:defRPr sz="105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05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05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05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0500">
                <a:solidFill>
                  <a:schemeClr val="tx1"/>
                </a:solidFill>
                <a:latin typeface="Times New Roman" panose="02020603050405020304" pitchFamily="18" charset="0"/>
              </a:defRPr>
            </a:lvl9pPr>
          </a:lstStyle>
          <a:p>
            <a:pPr algn="ctr" eaLnBrk="1" hangingPunct="1">
              <a:spcBef>
                <a:spcPct val="50000"/>
              </a:spcBef>
              <a:buFontTx/>
              <a:buNone/>
            </a:pPr>
            <a:r>
              <a:rPr lang="en-US" altLang="en-US" sz="4000" dirty="0"/>
              <a:t>INTRODUCTION AND BACKGROUND</a:t>
            </a:r>
          </a:p>
        </p:txBody>
      </p:sp>
      <p:sp>
        <p:nvSpPr>
          <p:cNvPr id="7" name="Text 12">
            <a:extLst>
              <a:ext uri="{FF2B5EF4-FFF2-40B4-BE49-F238E27FC236}">
                <a16:creationId xmlns:a16="http://schemas.microsoft.com/office/drawing/2014/main" id="{83AB9323-9529-32D9-C421-3C7FB1E8FED2}"/>
              </a:ext>
            </a:extLst>
          </p:cNvPr>
          <p:cNvSpPr/>
          <p:nvPr/>
        </p:nvSpPr>
        <p:spPr>
          <a:xfrm>
            <a:off x="549275" y="12595108"/>
            <a:ext cx="13716000" cy="5386649"/>
          </a:xfrm>
          <a:prstGeom prst="rect">
            <a:avLst/>
          </a:prstGeom>
          <a:noFill/>
          <a:ln/>
        </p:spPr>
        <p:txBody>
          <a:bodyPr wrap="square" lIns="508" tIns="508" rIns="508" bIns="508" rtlCol="0" anchor="t"/>
          <a:lstStyle/>
          <a:p>
            <a:pPr marL="0" indent="0" algn="just">
              <a:buNone/>
            </a:pPr>
            <a:r>
              <a:rPr lang="en-US" sz="2400" b="0" dirty="0">
                <a:solidFill>
                  <a:srgbClr val="111111"/>
                </a:solidFill>
                <a:latin typeface="+mj-lt"/>
                <a:ea typeface="Arial" pitchFamily="34" charset="-122"/>
                <a:cs typeface="Arial" pitchFamily="34" charset="-120"/>
              </a:rPr>
              <a:t>Language models are artificial intelligence systems trained to recognize patterns in text and generate or interpret language based on those learned patterns. Modern language models are primarily built on transformer architectures, which improved sequence modeling by using attention mechanisms to process relationships across text more effectively than earlier approaches (Vaswani et al., 2017). Within this broader landscape, SLMs and LLMs represent two important model regimes. Both rely on the same core architectural foundation, but they differ in parameter scale, memory requirements, latency, cost, and operational flexibility. This distinction matters because model size is closely tied to deployment tradeoffs. Larger models often provide broader reasoning and stronger generalization, but they also require more compute, more memory, and more infrastructure. Smaller models may provide less open-domain flexibility, but they are often more practical when speed, privacy, local deployment, and efficiency are critical (Kaplan et al., 2020; Hoffmann et al., 2022; Lu et al., 2024). The central question is therefore not which class is universally better, but which class is technically and economically appropriate for a given application context.</a:t>
            </a:r>
          </a:p>
        </p:txBody>
      </p:sp>
      <p:sp>
        <p:nvSpPr>
          <p:cNvPr id="3" name="Text 12">
            <a:extLst>
              <a:ext uri="{FF2B5EF4-FFF2-40B4-BE49-F238E27FC236}">
                <a16:creationId xmlns:a16="http://schemas.microsoft.com/office/drawing/2014/main" id="{C19F2491-A16B-4F31-9169-BA7DA1C9A548}"/>
              </a:ext>
            </a:extLst>
          </p:cNvPr>
          <p:cNvSpPr/>
          <p:nvPr/>
        </p:nvSpPr>
        <p:spPr>
          <a:xfrm>
            <a:off x="445366" y="5632595"/>
            <a:ext cx="13716000" cy="4502006"/>
          </a:xfrm>
          <a:prstGeom prst="rect">
            <a:avLst/>
          </a:prstGeom>
          <a:noFill/>
          <a:ln/>
        </p:spPr>
        <p:txBody>
          <a:bodyPr wrap="square" lIns="508" tIns="508" rIns="508" bIns="508" rtlCol="0" anchor="t"/>
          <a:lstStyle/>
          <a:p>
            <a:pPr marL="0" indent="0" algn="just">
              <a:buNone/>
            </a:pPr>
            <a:r>
              <a:rPr lang="en-US" sz="2400" b="0" dirty="0">
                <a:solidFill>
                  <a:srgbClr val="111111"/>
                </a:solidFill>
                <a:latin typeface="+mj-lt"/>
                <a:ea typeface="Arial" pitchFamily="34" charset="-122"/>
                <a:cs typeface="Arial" pitchFamily="34" charset="-120"/>
              </a:rPr>
              <a:t>Small language models (SLMs) and large language models (LLMs) are both transformer-based artificial intelligence systems trained to process and generate human language, but they differ in scale, computational demand, and deployment suitability. This poster explains what these two model types are, how they work, and why the distinction matters in practical systems. The discussion is organized around transformer foundations, key model components, model scale, and real-world deployment implications. The literature shows that transformers established the architectural basis of modern language modeling, while scaling research demonstrated that model capability tends to improve as parameters, data, and compute increase in balance. At the same time, work on distillation and efficient model design shows that smaller models can preserve meaningful utility under constrained deployment conditions. The central implication is that model choice should be based on task requirements, infrastructure constraints, privacy needs, and total system cost rather than scale alone. In many real-world environments, SLMs and LLMs should be treated as complementary model classes rather than competing replacements.</a:t>
            </a:r>
            <a:endParaRPr lang="en-US" sz="2400" b="0" dirty="0">
              <a:latin typeface="+mj-lt"/>
            </a:endParaRPr>
          </a:p>
        </p:txBody>
      </p:sp>
      <p:sp>
        <p:nvSpPr>
          <p:cNvPr id="19" name="TextBox 18">
            <a:extLst>
              <a:ext uri="{FF2B5EF4-FFF2-40B4-BE49-F238E27FC236}">
                <a16:creationId xmlns:a16="http://schemas.microsoft.com/office/drawing/2014/main" id="{FE9389E5-8A22-BB0B-EAEC-FB0B8AA24404}"/>
              </a:ext>
            </a:extLst>
          </p:cNvPr>
          <p:cNvSpPr txBox="1"/>
          <p:nvPr/>
        </p:nvSpPr>
        <p:spPr>
          <a:xfrm>
            <a:off x="29580839" y="5579314"/>
            <a:ext cx="13690599" cy="5632311"/>
          </a:xfrm>
          <a:prstGeom prst="rect">
            <a:avLst/>
          </a:prstGeom>
          <a:noFill/>
        </p:spPr>
        <p:txBody>
          <a:bodyPr wrap="square" rtlCol="0">
            <a:spAutoFit/>
          </a:bodyPr>
          <a:lstStyle/>
          <a:p>
            <a:r>
              <a:rPr lang="en-US" sz="2400" b="0" dirty="0"/>
              <a:t>The literature indicates that SLMs and LLMs share the same transformer-based foundations but differ in performance profile and deployment fit. SLM Findings Across the literature, SLMs are associated with: lower latency lower memory demand lower deployment cost stronger suitability for local, mobile, or edge environments better fit for bounded, narrow, or repeatable tasks Their major strength is efficiency. Research on distillation and compact model design suggests that smaller models can preserve useful performance when paired with good data curation and deployment-aware optimization (Sanh et al., 2019; Lu et al., 2024).LLM Findings LLMs are associated with: broader generalization across domains stronger open-ended reasoning better long-context handling more flexible instruction following stronger performance on heterogeneous or ambiguous tasks Their major strength is capability. Scaling and compute-optimal training research indicates that increases in size, data, and compute can produce systematic gains in performance, provided these resources are balanced effectively (Kaplan et al., 2020; Hoffmann et al., 2022).Comparative Interpretation The literature therefore suggests a consistent pattern: SLMs are preferable when efficiency, speed, privacy, and constrained deployment dominate LLMs are preferable when reasoning breadth, flexibility, and general-purpose performance are required This means that model selection should be based on task and system constraints rather than scale alone.</a:t>
            </a:r>
          </a:p>
        </p:txBody>
      </p:sp>
      <p:pic>
        <p:nvPicPr>
          <p:cNvPr id="21" name="Picture 20">
            <a:extLst>
              <a:ext uri="{FF2B5EF4-FFF2-40B4-BE49-F238E27FC236}">
                <a16:creationId xmlns:a16="http://schemas.microsoft.com/office/drawing/2014/main" id="{1CC39B1A-BC49-F4B7-4209-C926580FB040}"/>
              </a:ext>
            </a:extLst>
          </p:cNvPr>
          <p:cNvPicPr>
            <a:picLocks noChangeAspect="1"/>
          </p:cNvPicPr>
          <p:nvPr/>
        </p:nvPicPr>
        <p:blipFill>
          <a:blip r:embed="rId3"/>
          <a:stretch>
            <a:fillRect/>
          </a:stretch>
        </p:blipFill>
        <p:spPr>
          <a:xfrm>
            <a:off x="15657158" y="15823508"/>
            <a:ext cx="12260386" cy="3238004"/>
          </a:xfrm>
          <a:prstGeom prst="rect">
            <a:avLst/>
          </a:prstGeom>
        </p:spPr>
      </p:pic>
      <p:sp>
        <p:nvSpPr>
          <p:cNvPr id="9" name="TextBox 8">
            <a:extLst>
              <a:ext uri="{FF2B5EF4-FFF2-40B4-BE49-F238E27FC236}">
                <a16:creationId xmlns:a16="http://schemas.microsoft.com/office/drawing/2014/main" id="{26066577-432C-A6D2-C055-5C5EA46DFD10}"/>
              </a:ext>
            </a:extLst>
          </p:cNvPr>
          <p:cNvSpPr txBox="1"/>
          <p:nvPr/>
        </p:nvSpPr>
        <p:spPr>
          <a:xfrm>
            <a:off x="15311054" y="10738151"/>
            <a:ext cx="13140641" cy="4524315"/>
          </a:xfrm>
          <a:prstGeom prst="rect">
            <a:avLst/>
          </a:prstGeom>
          <a:noFill/>
        </p:spPr>
        <p:txBody>
          <a:bodyPr wrap="square">
            <a:spAutoFit/>
          </a:bodyPr>
          <a:lstStyle/>
          <a:p>
            <a:r>
              <a:rPr lang="en-US" sz="2400" b="0" dirty="0"/>
              <a:t>At a basic level, language models process text as tokens, convert those tokens into embeddings, and use multiple layers with attention mechanisms to refine the relationships across the input. Their learned behavior is stored in parameters, which are adjusted during training. Other important design elements include the context window, fine-tuning, inference, and distillation (Sanh et al., 2019; Zhao et al., 2023).</a:t>
            </a:r>
            <a:br>
              <a:rPr lang="en-US" sz="2400" b="0" dirty="0"/>
            </a:br>
            <a:br>
              <a:rPr lang="en-US" sz="2400" b="0" dirty="0"/>
            </a:br>
            <a:r>
              <a:rPr lang="en-US" sz="2400" dirty="0"/>
              <a:t>SLMs</a:t>
            </a:r>
            <a:r>
              <a:rPr lang="en-US" sz="2400" b="0" dirty="0"/>
              <a:t> contain an approximate range of </a:t>
            </a:r>
            <a:r>
              <a:rPr lang="en-US" sz="2400" dirty="0"/>
              <a:t>100 million to 5 billion parameters</a:t>
            </a:r>
            <a:r>
              <a:rPr lang="en-US" sz="2400" b="0" dirty="0"/>
              <a:t>, and </a:t>
            </a:r>
            <a:r>
              <a:rPr lang="en-US" sz="2400" dirty="0"/>
              <a:t>LLMs</a:t>
            </a:r>
            <a:r>
              <a:rPr lang="en-US" sz="2400" b="0" dirty="0"/>
              <a:t> contain </a:t>
            </a:r>
            <a:r>
              <a:rPr lang="en-US" sz="2400" dirty="0"/>
              <a:t>above 5 billion parameters</a:t>
            </a:r>
            <a:r>
              <a:rPr lang="en-US" sz="2400" b="0" dirty="0"/>
              <a:t>. This distinction is useful because model scale affects memory demand, inference speed, hardware requirements, and practical accessibility. SLMs are generally designed for efficiency, local deployment, and cost control, while LLMs are generally associated with broader reasoning and more flexible general-purpose performance (Lu et al., 2024; Zhao et al., 2023).</a:t>
            </a:r>
            <a:br>
              <a:rPr lang="en-US" sz="2400" b="0" dirty="0"/>
            </a:br>
            <a:br>
              <a:rPr lang="en-US" sz="2400" b="0" dirty="0"/>
            </a:br>
            <a:endParaRPr lang="en-US" sz="2400" b="0" dirty="0"/>
          </a:p>
        </p:txBody>
      </p:sp>
      <p:graphicFrame>
        <p:nvGraphicFramePr>
          <p:cNvPr id="14" name="Table 13">
            <a:extLst>
              <a:ext uri="{FF2B5EF4-FFF2-40B4-BE49-F238E27FC236}">
                <a16:creationId xmlns:a16="http://schemas.microsoft.com/office/drawing/2014/main" id="{AD13E36F-DC85-2C3D-6005-792AB1B12BD6}"/>
              </a:ext>
            </a:extLst>
          </p:cNvPr>
          <p:cNvGraphicFramePr>
            <a:graphicFrameLocks noGrp="1"/>
          </p:cNvGraphicFramePr>
          <p:nvPr>
            <p:extLst>
              <p:ext uri="{D42A27DB-BD31-4B8C-83A1-F6EECF244321}">
                <p14:modId xmlns:p14="http://schemas.microsoft.com/office/powerpoint/2010/main" val="1388408823"/>
              </p:ext>
            </p:extLst>
          </p:nvPr>
        </p:nvGraphicFramePr>
        <p:xfrm>
          <a:off x="15217031" y="20062088"/>
          <a:ext cx="13140641" cy="11052013"/>
        </p:xfrm>
        <a:graphic>
          <a:graphicData uri="http://schemas.openxmlformats.org/drawingml/2006/table">
            <a:tbl>
              <a:tblPr firstRow="1" firstCol="1" bandRow="1">
                <a:tableStyleId>{5C22544A-7EE6-4342-B048-85BDC9FD1C3A}</a:tableStyleId>
              </a:tblPr>
              <a:tblGrid>
                <a:gridCol w="2542195">
                  <a:extLst>
                    <a:ext uri="{9D8B030D-6E8A-4147-A177-3AD203B41FA5}">
                      <a16:colId xmlns:a16="http://schemas.microsoft.com/office/drawing/2014/main" val="2401251753"/>
                    </a:ext>
                  </a:extLst>
                </a:gridCol>
                <a:gridCol w="5299223">
                  <a:extLst>
                    <a:ext uri="{9D8B030D-6E8A-4147-A177-3AD203B41FA5}">
                      <a16:colId xmlns:a16="http://schemas.microsoft.com/office/drawing/2014/main" val="1089139996"/>
                    </a:ext>
                  </a:extLst>
                </a:gridCol>
                <a:gridCol w="5299223">
                  <a:extLst>
                    <a:ext uri="{9D8B030D-6E8A-4147-A177-3AD203B41FA5}">
                      <a16:colId xmlns:a16="http://schemas.microsoft.com/office/drawing/2014/main" val="1927306197"/>
                    </a:ext>
                  </a:extLst>
                </a:gridCol>
              </a:tblGrid>
              <a:tr h="829290">
                <a:tc gridSpan="3">
                  <a:txBody>
                    <a:bodyPr/>
                    <a:lstStyle/>
                    <a:p>
                      <a:pPr algn="ctr" rtl="0" fontAlgn="ctr">
                        <a:buNone/>
                      </a:pPr>
                      <a:r>
                        <a:rPr lang="en-US" sz="2400" u="none" strike="noStrike" dirty="0">
                          <a:effectLst/>
                        </a:rPr>
                        <a:t>Figure 2. Capabilities of SLMs and LLMs</a:t>
                      </a:r>
                      <a:endParaRPr lang="en-US" sz="2400" b="1" i="0" u="none" strike="noStrike" dirty="0">
                        <a:solidFill>
                          <a:srgbClr val="FFFFFF"/>
                        </a:solidFill>
                        <a:effectLst/>
                        <a:latin typeface="Aptos Narrow" panose="020B00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94730803"/>
                  </a:ext>
                </a:extLst>
              </a:tr>
              <a:tr h="603120">
                <a:tc>
                  <a:txBody>
                    <a:bodyPr/>
                    <a:lstStyle/>
                    <a:p>
                      <a:pPr algn="ctr" rtl="0" fontAlgn="ctr">
                        <a:buNone/>
                      </a:pPr>
                      <a:r>
                        <a:rPr lang="en-US" sz="2400" u="none" strike="noStrike">
                          <a:effectLst/>
                        </a:rPr>
                        <a:t>Category</a:t>
                      </a:r>
                      <a:endParaRPr lang="en-US" sz="2400" b="1" i="0" u="none" strike="noStrike">
                        <a:solidFill>
                          <a:srgbClr val="FFFFFF"/>
                        </a:solidFill>
                        <a:effectLst/>
                        <a:latin typeface="Aptos Narrow" panose="020B0004020202020204" pitchFamily="34" charset="0"/>
                      </a:endParaRPr>
                    </a:p>
                  </a:txBody>
                  <a:tcPr marL="6350" marR="6350" marT="6350" marB="0" anchor="ctr"/>
                </a:tc>
                <a:tc>
                  <a:txBody>
                    <a:bodyPr/>
                    <a:lstStyle/>
                    <a:p>
                      <a:pPr algn="ctr" rtl="0" fontAlgn="ctr">
                        <a:buNone/>
                      </a:pPr>
                      <a:r>
                        <a:rPr lang="en-US" sz="2400" u="none" strike="noStrike" dirty="0">
                          <a:solidFill>
                            <a:schemeClr val="bg1"/>
                          </a:solidFill>
                          <a:effectLst/>
                        </a:rPr>
                        <a:t>SLMs</a:t>
                      </a:r>
                      <a:endParaRPr lang="en-US" sz="2400" b="1" i="0" u="none" strike="noStrike" dirty="0">
                        <a:solidFill>
                          <a:schemeClr val="bg1"/>
                        </a:solidFill>
                        <a:effectLst/>
                        <a:latin typeface="Aptos Narrow" panose="020B0004020202020204" pitchFamily="34" charset="0"/>
                      </a:endParaRPr>
                    </a:p>
                  </a:txBody>
                  <a:tcPr marL="6350" marR="6350" marT="6350" marB="0" anchor="ctr">
                    <a:solidFill>
                      <a:schemeClr val="accent1"/>
                    </a:solidFill>
                  </a:tcPr>
                </a:tc>
                <a:tc>
                  <a:txBody>
                    <a:bodyPr/>
                    <a:lstStyle/>
                    <a:p>
                      <a:pPr algn="ctr" rtl="0" fontAlgn="ctr">
                        <a:buNone/>
                      </a:pPr>
                      <a:r>
                        <a:rPr lang="en-US" sz="2400" u="none" strike="noStrike" dirty="0">
                          <a:solidFill>
                            <a:schemeClr val="bg1"/>
                          </a:solidFill>
                          <a:effectLst/>
                        </a:rPr>
                        <a:t>LLMs</a:t>
                      </a:r>
                      <a:endParaRPr lang="en-US" sz="2400" b="1" i="0" u="none" strike="noStrike" dirty="0">
                        <a:solidFill>
                          <a:schemeClr val="bg1"/>
                        </a:solidFill>
                        <a:effectLst/>
                        <a:latin typeface="Aptos Narrow" panose="020B0004020202020204" pitchFamily="34" charset="0"/>
                      </a:endParaRPr>
                    </a:p>
                  </a:txBody>
                  <a:tcPr marL="6350" marR="6350" marT="6350" marB="0" anchor="ctr">
                    <a:solidFill>
                      <a:schemeClr val="accent1"/>
                    </a:solidFill>
                  </a:tcPr>
                </a:tc>
                <a:extLst>
                  <a:ext uri="{0D108BD9-81ED-4DB2-BD59-A6C34878D82A}">
                    <a16:rowId xmlns:a16="http://schemas.microsoft.com/office/drawing/2014/main" val="350358"/>
                  </a:ext>
                </a:extLst>
              </a:tr>
              <a:tr h="730027">
                <a:tc rowSpan="6">
                  <a:txBody>
                    <a:bodyPr/>
                    <a:lstStyle/>
                    <a:p>
                      <a:pPr algn="ctr" rtl="0" fontAlgn="ctr">
                        <a:buNone/>
                      </a:pPr>
                      <a:r>
                        <a:rPr lang="en-US" sz="2400" u="none" strike="noStrike">
                          <a:effectLst/>
                        </a:rPr>
                        <a:t>Strengths </a:t>
                      </a:r>
                      <a:endParaRPr lang="en-US" sz="2400" b="1" i="0" u="none" strike="noStrike">
                        <a:solidFill>
                          <a:srgbClr val="FFFFFF"/>
                        </a:solidFill>
                        <a:effectLst/>
                        <a:latin typeface="Aptos Narrow" panose="020B0004020202020204" pitchFamily="34" charset="0"/>
                      </a:endParaRPr>
                    </a:p>
                  </a:txBody>
                  <a:tcPr marL="6350" marR="6350" marT="6350" marB="0" anchor="ctr"/>
                </a:tc>
                <a:tc>
                  <a:txBody>
                    <a:bodyPr/>
                    <a:lstStyle/>
                    <a:p>
                      <a:pPr algn="l" rtl="0" fontAlgn="ctr">
                        <a:buClrTx/>
                        <a:buSzPts val="1200"/>
                        <a:buFont typeface="Symbol" panose="05050102010706020507" pitchFamily="18" charset="2"/>
                        <a:buNone/>
                      </a:pPr>
                      <a:r>
                        <a:rPr lang="en-US" sz="2400" u="none" strike="noStrike" dirty="0">
                          <a:effectLst/>
                        </a:rPr>
                        <a:t>Low latency, fast inference</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Strong generalization across domains </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extLst>
                  <a:ext uri="{0D108BD9-81ED-4DB2-BD59-A6C34878D82A}">
                    <a16:rowId xmlns:a16="http://schemas.microsoft.com/office/drawing/2014/main" val="4218127134"/>
                  </a:ext>
                </a:extLst>
              </a:tr>
              <a:tr h="730027">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Low memory footprint</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Advanced reasoning + multi-step tasks</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extLst>
                  <a:ext uri="{0D108BD9-81ED-4DB2-BD59-A6C34878D82A}">
                    <a16:rowId xmlns:a16="http://schemas.microsoft.com/office/drawing/2014/main" val="4171349857"/>
                  </a:ext>
                </a:extLst>
              </a:tr>
              <a:tr h="700736">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Cost-efficient deployment</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Long-context understanding</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extLst>
                  <a:ext uri="{0D108BD9-81ED-4DB2-BD59-A6C34878D82A}">
                    <a16:rowId xmlns:a16="http://schemas.microsoft.com/office/drawing/2014/main" val="2695436135"/>
                  </a:ext>
                </a:extLst>
              </a:tr>
              <a:tr h="730027">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Strong performance with curated data</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High adaptability </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extLst>
                  <a:ext uri="{0D108BD9-81ED-4DB2-BD59-A6C34878D82A}">
                    <a16:rowId xmlns:a16="http://schemas.microsoft.com/office/drawing/2014/main" val="1873089112"/>
                  </a:ext>
                </a:extLst>
              </a:tr>
              <a:tr h="700736">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Edge / local compatibility</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Predictable scaling gains</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extLst>
                  <a:ext uri="{0D108BD9-81ED-4DB2-BD59-A6C34878D82A}">
                    <a16:rowId xmlns:a16="http://schemas.microsoft.com/office/drawing/2014/main" val="2229892395"/>
                  </a:ext>
                </a:extLst>
              </a:tr>
              <a:tr h="717420">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Lower parameters: 100M – 5 B</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Higher parameters: 5B+</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extLst>
                  <a:ext uri="{0D108BD9-81ED-4DB2-BD59-A6C34878D82A}">
                    <a16:rowId xmlns:a16="http://schemas.microsoft.com/office/drawing/2014/main" val="2457937630"/>
                  </a:ext>
                </a:extLst>
              </a:tr>
              <a:tr h="700736">
                <a:tc rowSpan="4">
                  <a:txBody>
                    <a:bodyPr/>
                    <a:lstStyle/>
                    <a:p>
                      <a:pPr algn="ctr" rtl="0" fontAlgn="ctr">
                        <a:buNone/>
                      </a:pPr>
                      <a:r>
                        <a:rPr lang="en-US" sz="2400" u="none" strike="noStrike">
                          <a:effectLst/>
                        </a:rPr>
                        <a:t>Limitations </a:t>
                      </a:r>
                      <a:endParaRPr lang="en-US" sz="2400" b="1" i="0" u="none" strike="noStrike">
                        <a:solidFill>
                          <a:srgbClr val="FFFFFF"/>
                        </a:solidFill>
                        <a:effectLst/>
                        <a:latin typeface="Aptos Narrow" panose="020B0004020202020204" pitchFamily="34" charset="0"/>
                      </a:endParaRPr>
                    </a:p>
                  </a:txBody>
                  <a:tcPr marL="6350" marR="6350" marT="6350" marB="0" anchor="ctr"/>
                </a:tc>
                <a:tc>
                  <a:txBody>
                    <a:bodyPr/>
                    <a:lstStyle/>
                    <a:p>
                      <a:pPr algn="l" rtl="0" fontAlgn="ctr">
                        <a:buClrTx/>
                        <a:buSzPts val="1200"/>
                        <a:buFont typeface="Symbol" panose="05050102010706020507" pitchFamily="18" charset="2"/>
                        <a:buNone/>
                      </a:pPr>
                      <a:r>
                        <a:rPr lang="en-US" sz="2400" u="none" strike="noStrike" dirty="0">
                          <a:effectLst/>
                        </a:rPr>
                        <a:t>Lower reasoning capability</a:t>
                      </a:r>
                      <a:endParaRPr lang="en-US" sz="2400" b="0" i="0" u="none" strike="noStrike" dirty="0">
                        <a:effectLst/>
                        <a:latin typeface="Symbol" panose="05050102010706020507" pitchFamily="18" charset="2"/>
                      </a:endParaRPr>
                    </a:p>
                  </a:txBody>
                  <a:tcPr marL="228600" marR="6350" marT="6350" marB="0" anchor="ctr">
                    <a:solidFill>
                      <a:schemeClr val="accent5">
                        <a:lumMod val="60000"/>
                        <a:lumOff val="4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High compute + infrastructure cost</a:t>
                      </a:r>
                      <a:endParaRPr lang="en-US" sz="2400" b="0" i="0" u="none" strike="noStrike" dirty="0">
                        <a:effectLst/>
                        <a:latin typeface="Symbol" panose="05050102010706020507" pitchFamily="18" charset="2"/>
                      </a:endParaRPr>
                    </a:p>
                  </a:txBody>
                  <a:tcPr marL="228600" marR="6350" marT="6350" marB="0" anchor="ctr">
                    <a:solidFill>
                      <a:schemeClr val="accent5">
                        <a:lumMod val="60000"/>
                        <a:lumOff val="40000"/>
                      </a:schemeClr>
                    </a:solidFill>
                  </a:tcPr>
                </a:tc>
                <a:extLst>
                  <a:ext uri="{0D108BD9-81ED-4DB2-BD59-A6C34878D82A}">
                    <a16:rowId xmlns:a16="http://schemas.microsoft.com/office/drawing/2014/main" val="1519835376"/>
                  </a:ext>
                </a:extLst>
              </a:tr>
              <a:tr h="700736">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Weak open-domain robustness</a:t>
                      </a:r>
                      <a:endParaRPr lang="en-US" sz="2400" b="0" i="0" u="none" strike="noStrike" dirty="0">
                        <a:effectLst/>
                        <a:latin typeface="Symbol" panose="05050102010706020507" pitchFamily="18" charset="2"/>
                      </a:endParaRPr>
                    </a:p>
                  </a:txBody>
                  <a:tcPr marL="228600" marR="6350" marT="6350" marB="0" anchor="ctr">
                    <a:solidFill>
                      <a:schemeClr val="accent5">
                        <a:lumMod val="60000"/>
                        <a:lumOff val="4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Higher latency</a:t>
                      </a:r>
                      <a:endParaRPr lang="en-US" sz="2400" b="0" i="0" u="none" strike="noStrike" dirty="0">
                        <a:effectLst/>
                        <a:latin typeface="Symbol" panose="05050102010706020507" pitchFamily="18" charset="2"/>
                      </a:endParaRPr>
                    </a:p>
                  </a:txBody>
                  <a:tcPr marL="228600" marR="6350" marT="6350" marB="0" anchor="ctr">
                    <a:solidFill>
                      <a:schemeClr val="accent5">
                        <a:lumMod val="60000"/>
                        <a:lumOff val="40000"/>
                      </a:schemeClr>
                    </a:solidFill>
                  </a:tcPr>
                </a:tc>
                <a:extLst>
                  <a:ext uri="{0D108BD9-81ED-4DB2-BD59-A6C34878D82A}">
                    <a16:rowId xmlns:a16="http://schemas.microsoft.com/office/drawing/2014/main" val="439964146"/>
                  </a:ext>
                </a:extLst>
              </a:tr>
              <a:tr h="700736">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Limited context handling</a:t>
                      </a:r>
                      <a:endParaRPr lang="en-US" sz="2400" b="0" i="0" u="none" strike="noStrike" dirty="0">
                        <a:effectLst/>
                        <a:latin typeface="Symbol" panose="05050102010706020507" pitchFamily="18" charset="2"/>
                      </a:endParaRPr>
                    </a:p>
                  </a:txBody>
                  <a:tcPr marL="228600" marR="6350" marT="6350" marB="0" anchor="ctr">
                    <a:solidFill>
                      <a:schemeClr val="accent5">
                        <a:lumMod val="60000"/>
                        <a:lumOff val="4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Difficult edge deployment</a:t>
                      </a:r>
                      <a:endParaRPr lang="en-US" sz="2400" b="0" i="0" u="none" strike="noStrike" dirty="0">
                        <a:effectLst/>
                        <a:latin typeface="Symbol" panose="05050102010706020507" pitchFamily="18" charset="2"/>
                      </a:endParaRPr>
                    </a:p>
                  </a:txBody>
                  <a:tcPr marL="228600" marR="6350" marT="6350" marB="0" anchor="ctr">
                    <a:solidFill>
                      <a:schemeClr val="accent5">
                        <a:lumMod val="60000"/>
                        <a:lumOff val="40000"/>
                      </a:schemeClr>
                    </a:solidFill>
                  </a:tcPr>
                </a:tc>
                <a:extLst>
                  <a:ext uri="{0D108BD9-81ED-4DB2-BD59-A6C34878D82A}">
                    <a16:rowId xmlns:a16="http://schemas.microsoft.com/office/drawing/2014/main" val="203351390"/>
                  </a:ext>
                </a:extLst>
              </a:tr>
              <a:tr h="717420">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Sensitive to data quality</a:t>
                      </a:r>
                      <a:endParaRPr lang="en-US" sz="2400" b="0" i="0" u="none" strike="noStrike" dirty="0">
                        <a:effectLst/>
                        <a:latin typeface="Symbol" panose="05050102010706020507" pitchFamily="18" charset="2"/>
                      </a:endParaRPr>
                    </a:p>
                  </a:txBody>
                  <a:tcPr marL="228600" marR="6350" marT="6350" marB="0" anchor="ctr">
                    <a:solidFill>
                      <a:schemeClr val="accent5">
                        <a:lumMod val="60000"/>
                        <a:lumOff val="4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Governance + privacy complexity</a:t>
                      </a:r>
                      <a:endParaRPr lang="en-US" sz="2400" b="0" i="0" u="none" strike="noStrike" dirty="0">
                        <a:effectLst/>
                        <a:latin typeface="Symbol" panose="05050102010706020507" pitchFamily="18" charset="2"/>
                      </a:endParaRPr>
                    </a:p>
                  </a:txBody>
                  <a:tcPr marL="228600" marR="6350" marT="6350" marB="0" anchor="ctr">
                    <a:solidFill>
                      <a:schemeClr val="accent5">
                        <a:lumMod val="60000"/>
                        <a:lumOff val="40000"/>
                      </a:schemeClr>
                    </a:solidFill>
                  </a:tcPr>
                </a:tc>
                <a:extLst>
                  <a:ext uri="{0D108BD9-81ED-4DB2-BD59-A6C34878D82A}">
                    <a16:rowId xmlns:a16="http://schemas.microsoft.com/office/drawing/2014/main" val="1713392108"/>
                  </a:ext>
                </a:extLst>
              </a:tr>
              <a:tr h="700736">
                <a:tc rowSpan="4">
                  <a:txBody>
                    <a:bodyPr/>
                    <a:lstStyle/>
                    <a:p>
                      <a:pPr algn="ctr" rtl="0" fontAlgn="ctr">
                        <a:buNone/>
                      </a:pPr>
                      <a:r>
                        <a:rPr lang="en-US" sz="2400" u="none" strike="noStrike">
                          <a:effectLst/>
                        </a:rPr>
                        <a:t>Best Use Cases</a:t>
                      </a:r>
                      <a:endParaRPr lang="en-US" sz="2400" b="1" i="0" u="none" strike="noStrike">
                        <a:solidFill>
                          <a:srgbClr val="FFFFFF"/>
                        </a:solidFill>
                        <a:effectLst/>
                        <a:latin typeface="Aptos Narrow" panose="020B0004020202020204" pitchFamily="34" charset="0"/>
                      </a:endParaRPr>
                    </a:p>
                  </a:txBody>
                  <a:tcPr marL="6350" marR="6350" marT="6350" marB="0" anchor="ctr"/>
                </a:tc>
                <a:tc>
                  <a:txBody>
                    <a:bodyPr/>
                    <a:lstStyle/>
                    <a:p>
                      <a:pPr algn="l" rtl="0" fontAlgn="ctr">
                        <a:buClrTx/>
                        <a:buSzPts val="1200"/>
                        <a:buFont typeface="Symbol" panose="05050102010706020507" pitchFamily="18" charset="2"/>
                        <a:buNone/>
                      </a:pPr>
                      <a:r>
                        <a:rPr lang="en-US" sz="2400" u="none" strike="noStrike" dirty="0">
                          <a:effectLst/>
                        </a:rPr>
                        <a:t>Narrow, well-defined tasks</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Open-ended tasks</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extLst>
                  <a:ext uri="{0D108BD9-81ED-4DB2-BD59-A6C34878D82A}">
                    <a16:rowId xmlns:a16="http://schemas.microsoft.com/office/drawing/2014/main" val="203281111"/>
                  </a:ext>
                </a:extLst>
              </a:tr>
              <a:tr h="368155">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Real-time systems</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Complex reasoning problems</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extLst>
                  <a:ext uri="{0D108BD9-81ED-4DB2-BD59-A6C34878D82A}">
                    <a16:rowId xmlns:a16="http://schemas.microsoft.com/office/drawing/2014/main" val="1447712053"/>
                  </a:ext>
                </a:extLst>
              </a:tr>
              <a:tr h="700736">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Edge/on-device deployment</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Cross-domain applications</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extLst>
                  <a:ext uri="{0D108BD9-81ED-4DB2-BD59-A6C34878D82A}">
                    <a16:rowId xmlns:a16="http://schemas.microsoft.com/office/drawing/2014/main" val="218439875"/>
                  </a:ext>
                </a:extLst>
              </a:tr>
              <a:tr h="717420">
                <a:tc vMerge="1">
                  <a:txBody>
                    <a:bodyPr/>
                    <a:lstStyle/>
                    <a:p>
                      <a:endParaRPr lang="en-US"/>
                    </a:p>
                  </a:txBody>
                  <a:tcPr/>
                </a:tc>
                <a:tc>
                  <a:txBody>
                    <a:bodyPr/>
                    <a:lstStyle/>
                    <a:p>
                      <a:pPr algn="l" rtl="0" fontAlgn="ctr">
                        <a:buClrTx/>
                        <a:buSzPts val="1200"/>
                        <a:buFont typeface="Symbol" panose="05050102010706020507" pitchFamily="18" charset="2"/>
                        <a:buNone/>
                      </a:pPr>
                      <a:r>
                        <a:rPr lang="en-US" sz="2400" u="none" strike="noStrike" dirty="0">
                          <a:effectLst/>
                        </a:rPr>
                        <a:t>Privacy-sensitive applications</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tc>
                  <a:txBody>
                    <a:bodyPr/>
                    <a:lstStyle/>
                    <a:p>
                      <a:pPr algn="l" rtl="0" fontAlgn="ctr">
                        <a:buClrTx/>
                        <a:buSzPts val="1200"/>
                        <a:buFont typeface="Symbol" panose="05050102010706020507" pitchFamily="18" charset="2"/>
                        <a:buNone/>
                      </a:pPr>
                      <a:r>
                        <a:rPr lang="en-US" sz="2400" u="none" strike="noStrike" dirty="0">
                          <a:effectLst/>
                        </a:rPr>
                        <a:t>High-variability inputs</a:t>
                      </a:r>
                      <a:endParaRPr lang="en-US" sz="2400" b="0" i="0" u="none" strike="noStrike" dirty="0">
                        <a:effectLst/>
                        <a:latin typeface="Symbol" panose="05050102010706020507" pitchFamily="18" charset="2"/>
                      </a:endParaRPr>
                    </a:p>
                  </a:txBody>
                  <a:tcPr marL="228600" marR="6350" marT="6350" marB="0" anchor="ctr">
                    <a:solidFill>
                      <a:schemeClr val="accent5">
                        <a:lumMod val="20000"/>
                        <a:lumOff val="80000"/>
                      </a:schemeClr>
                    </a:solidFill>
                  </a:tcPr>
                </a:tc>
                <a:extLst>
                  <a:ext uri="{0D108BD9-81ED-4DB2-BD59-A6C34878D82A}">
                    <a16:rowId xmlns:a16="http://schemas.microsoft.com/office/drawing/2014/main" val="1730371456"/>
                  </a:ext>
                </a:extLst>
              </a:tr>
            </a:tbl>
          </a:graphicData>
        </a:graphic>
      </p:graphicFrame>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hlink"/>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8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hlink"/>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8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5188</TotalTime>
  <Words>1788</Words>
  <Application>Microsoft Office PowerPoint</Application>
  <PresentationFormat>Custom</PresentationFormat>
  <Paragraphs>59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 Narrow</vt:lpstr>
      <vt:lpstr>Symbol</vt:lpstr>
      <vt:lpstr>Times New Roman</vt:lpstr>
      <vt:lpstr>Default Design</vt:lpstr>
      <vt:lpstr>SLM and LLM </vt:lpstr>
    </vt:vector>
  </TitlesOfParts>
  <Company>CIT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Dave Goorahoo</dc:creator>
  <cp:lastModifiedBy>ramu naidu</cp:lastModifiedBy>
  <cp:revision>209</cp:revision>
  <dcterms:created xsi:type="dcterms:W3CDTF">2000-11-02T22:21:55Z</dcterms:created>
  <dcterms:modified xsi:type="dcterms:W3CDTF">2026-04-28T21:22:24Z</dcterms:modified>
</cp:coreProperties>
</file>