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43891200" cy="32918400"/>
  <p:notesSz cx="6858000" cy="97107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000000"/>
          </p15:clr>
        </p15:guide>
        <p15:guide id="2" pos="13824">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iVOdHeueyz783vafxVXE+W13FJ2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8" d="100"/>
          <a:sy n="18" d="100"/>
        </p:scale>
        <p:origin x="780" y="-180"/>
      </p:cViewPr>
      <p:guideLst>
        <p:guide orient="horz" pos="10368"/>
        <p:guide pos="138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857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4612" y="0"/>
            <a:ext cx="2971800" cy="4857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003300" y="728662"/>
            <a:ext cx="4852987" cy="36401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613275"/>
            <a:ext cx="5486400" cy="4368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223375"/>
            <a:ext cx="2971800" cy="4857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8000" b="1" i="0" u="none" strike="noStrike" cap="none">
                <a:solidFill>
                  <a:srgbClr val="000000"/>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4612" y="9223375"/>
            <a:ext cx="2971800" cy="4857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p:nvPr/>
        </p:nvSpPr>
        <p:spPr>
          <a:xfrm>
            <a:off x="3884612" y="9223375"/>
            <a:ext cx="2971800" cy="485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8000"/>
              <a:buFont typeface="Times New Roman"/>
              <a:buNone/>
            </a:pPr>
            <a:fld id="{00000000-1234-1234-1234-123412341234}" type="slidenum">
              <a:rPr lang="en-US" sz="8000" b="1" i="0" u="none" strike="noStrike" cap="none">
                <a:solidFill>
                  <a:srgbClr val="000000"/>
                </a:solidFill>
                <a:latin typeface="Times New Roman"/>
                <a:ea typeface="Times New Roman"/>
                <a:cs typeface="Times New Roman"/>
                <a:sym typeface="Times New Roman"/>
              </a:rPr>
              <a:t>1</a:t>
            </a:fld>
            <a:endParaRPr sz="1400" b="0" i="0" u="none" strike="noStrike" cap="none">
              <a:solidFill>
                <a:srgbClr val="000000"/>
              </a:solidFill>
              <a:latin typeface="Arial"/>
              <a:ea typeface="Arial"/>
              <a:cs typeface="Arial"/>
              <a:sym typeface="Arial"/>
            </a:endParaRPr>
          </a:p>
        </p:txBody>
      </p:sp>
      <p:sp>
        <p:nvSpPr>
          <p:cNvPr id="86" name="Google Shape;86;p1:notes"/>
          <p:cNvSpPr>
            <a:spLocks noGrp="1" noRot="1" noChangeAspect="1"/>
          </p:cNvSpPr>
          <p:nvPr>
            <p:ph type="sldImg" idx="2"/>
          </p:nvPr>
        </p:nvSpPr>
        <p:spPr>
          <a:xfrm>
            <a:off x="1003300" y="728663"/>
            <a:ext cx="4852988" cy="36401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 name="Google Shape;87;p1:notes"/>
          <p:cNvSpPr txBox="1">
            <a:spLocks noGrp="1"/>
          </p:cNvSpPr>
          <p:nvPr>
            <p:ph type="body" idx="1"/>
          </p:nvPr>
        </p:nvSpPr>
        <p:spPr>
          <a:xfrm>
            <a:off x="685800" y="4613275"/>
            <a:ext cx="5486400" cy="436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290887" y="2925762"/>
            <a:ext cx="37309425" cy="548640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 name="Google Shape;17;p3"/>
          <p:cNvSpPr txBox="1">
            <a:spLocks noGrp="1"/>
          </p:cNvSpPr>
          <p:nvPr>
            <p:ph type="body" idx="1"/>
          </p:nvPr>
        </p:nvSpPr>
        <p:spPr>
          <a:xfrm>
            <a:off x="3290888" y="9510713"/>
            <a:ext cx="18578512" cy="19750087"/>
          </a:xfrm>
          <a:prstGeom prst="rect">
            <a:avLst/>
          </a:prstGeom>
          <a:noFill/>
          <a:ln>
            <a:noFill/>
          </a:ln>
        </p:spPr>
        <p:txBody>
          <a:bodyPr spcFirstLastPara="1" wrap="square" lIns="480700" tIns="240350" rIns="480700" bIns="240350" anchor="t" anchorCtr="0">
            <a:noAutofit/>
          </a:bodyPr>
          <a:lstStyle>
            <a:lvl1pPr marL="457200" lvl="0" indent="-406400" algn="l">
              <a:lnSpc>
                <a:spcPct val="100000"/>
              </a:lnSpc>
              <a:spcBef>
                <a:spcPts val="560"/>
              </a:spcBef>
              <a:spcAft>
                <a:spcPts val="0"/>
              </a:spcAft>
              <a:buClr>
                <a:schemeClr val="dk1"/>
              </a:buClr>
              <a:buSzPts val="2800"/>
              <a:buFont typeface="Times New Roman"/>
              <a:buChar char="•"/>
              <a:defRPr sz="2800"/>
            </a:lvl1pPr>
            <a:lvl2pPr marL="914400" lvl="1" indent="-381000" algn="l">
              <a:lnSpc>
                <a:spcPct val="100000"/>
              </a:lnSpc>
              <a:spcBef>
                <a:spcPts val="480"/>
              </a:spcBef>
              <a:spcAft>
                <a:spcPts val="0"/>
              </a:spcAft>
              <a:buClr>
                <a:schemeClr val="dk1"/>
              </a:buClr>
              <a:buSzPts val="2400"/>
              <a:buFont typeface="Times New Roman"/>
              <a:buChar char="–"/>
              <a:defRPr sz="2400"/>
            </a:lvl2pPr>
            <a:lvl3pPr marL="1371600" lvl="2" indent="-355600" algn="l">
              <a:lnSpc>
                <a:spcPct val="100000"/>
              </a:lnSpc>
              <a:spcBef>
                <a:spcPts val="400"/>
              </a:spcBef>
              <a:spcAft>
                <a:spcPts val="0"/>
              </a:spcAft>
              <a:buClr>
                <a:schemeClr val="dk1"/>
              </a:buClr>
              <a:buSzPts val="2000"/>
              <a:buFont typeface="Times New Roman"/>
              <a:buChar char="•"/>
              <a:defRPr sz="2000"/>
            </a:lvl3pPr>
            <a:lvl4pPr marL="1828800" lvl="3" indent="-342900" algn="l">
              <a:lnSpc>
                <a:spcPct val="100000"/>
              </a:lnSpc>
              <a:spcBef>
                <a:spcPts val="360"/>
              </a:spcBef>
              <a:spcAft>
                <a:spcPts val="0"/>
              </a:spcAft>
              <a:buClr>
                <a:schemeClr val="dk1"/>
              </a:buClr>
              <a:buSzPts val="1800"/>
              <a:buFont typeface="Times New Roman"/>
              <a:buChar char="–"/>
              <a:defRPr sz="1800"/>
            </a:lvl4pPr>
            <a:lvl5pPr marL="2286000" lvl="4" indent="-342900" algn="l">
              <a:lnSpc>
                <a:spcPct val="100000"/>
              </a:lnSpc>
              <a:spcBef>
                <a:spcPts val="360"/>
              </a:spcBef>
              <a:spcAft>
                <a:spcPts val="0"/>
              </a:spcAft>
              <a:buClr>
                <a:schemeClr val="dk1"/>
              </a:buClr>
              <a:buSzPts val="1800"/>
              <a:buFont typeface="Times New Roman"/>
              <a:buChar char="»"/>
              <a:defRPr sz="1800"/>
            </a:lvl5pPr>
            <a:lvl6pPr marL="2743200" lvl="5" indent="-342900" algn="l">
              <a:lnSpc>
                <a:spcPct val="100000"/>
              </a:lnSpc>
              <a:spcBef>
                <a:spcPts val="360"/>
              </a:spcBef>
              <a:spcAft>
                <a:spcPts val="0"/>
              </a:spcAft>
              <a:buClr>
                <a:schemeClr val="dk1"/>
              </a:buClr>
              <a:buSzPts val="1800"/>
              <a:buFont typeface="Times New Roman"/>
              <a:buChar char="»"/>
              <a:defRPr sz="1800"/>
            </a:lvl6pPr>
            <a:lvl7pPr marL="3200400" lvl="6" indent="-342900" algn="l">
              <a:lnSpc>
                <a:spcPct val="100000"/>
              </a:lnSpc>
              <a:spcBef>
                <a:spcPts val="360"/>
              </a:spcBef>
              <a:spcAft>
                <a:spcPts val="0"/>
              </a:spcAft>
              <a:buClr>
                <a:schemeClr val="dk1"/>
              </a:buClr>
              <a:buSzPts val="1800"/>
              <a:buFont typeface="Times New Roman"/>
              <a:buChar char="»"/>
              <a:defRPr sz="1800"/>
            </a:lvl7pPr>
            <a:lvl8pPr marL="3657600" lvl="7" indent="-342900" algn="l">
              <a:lnSpc>
                <a:spcPct val="100000"/>
              </a:lnSpc>
              <a:spcBef>
                <a:spcPts val="360"/>
              </a:spcBef>
              <a:spcAft>
                <a:spcPts val="0"/>
              </a:spcAft>
              <a:buClr>
                <a:schemeClr val="dk1"/>
              </a:buClr>
              <a:buSzPts val="1800"/>
              <a:buFont typeface="Times New Roman"/>
              <a:buChar char="»"/>
              <a:defRPr sz="1800"/>
            </a:lvl8pPr>
            <a:lvl9pPr marL="4114800" lvl="8" indent="-342900" algn="l">
              <a:lnSpc>
                <a:spcPct val="100000"/>
              </a:lnSpc>
              <a:spcBef>
                <a:spcPts val="360"/>
              </a:spcBef>
              <a:spcAft>
                <a:spcPts val="0"/>
              </a:spcAft>
              <a:buClr>
                <a:schemeClr val="dk1"/>
              </a:buClr>
              <a:buSzPts val="1800"/>
              <a:buFont typeface="Times New Roman"/>
              <a:buChar char="»"/>
              <a:defRPr sz="1800"/>
            </a:lvl9pPr>
          </a:lstStyle>
          <a:p>
            <a:endParaRPr/>
          </a:p>
        </p:txBody>
      </p:sp>
      <p:sp>
        <p:nvSpPr>
          <p:cNvPr id="18" name="Google Shape;18;p3"/>
          <p:cNvSpPr txBox="1">
            <a:spLocks noGrp="1"/>
          </p:cNvSpPr>
          <p:nvPr>
            <p:ph type="body" idx="2"/>
          </p:nvPr>
        </p:nvSpPr>
        <p:spPr>
          <a:xfrm>
            <a:off x="22021800" y="9510713"/>
            <a:ext cx="18578513" cy="19750087"/>
          </a:xfrm>
          <a:prstGeom prst="rect">
            <a:avLst/>
          </a:prstGeom>
          <a:noFill/>
          <a:ln>
            <a:noFill/>
          </a:ln>
        </p:spPr>
        <p:txBody>
          <a:bodyPr spcFirstLastPara="1" wrap="square" lIns="480700" tIns="240350" rIns="480700" bIns="240350" anchor="t" anchorCtr="0">
            <a:noAutofit/>
          </a:bodyPr>
          <a:lstStyle>
            <a:lvl1pPr marL="457200" lvl="0" indent="-406400" algn="l">
              <a:lnSpc>
                <a:spcPct val="100000"/>
              </a:lnSpc>
              <a:spcBef>
                <a:spcPts val="560"/>
              </a:spcBef>
              <a:spcAft>
                <a:spcPts val="0"/>
              </a:spcAft>
              <a:buClr>
                <a:schemeClr val="dk1"/>
              </a:buClr>
              <a:buSzPts val="2800"/>
              <a:buFont typeface="Times New Roman"/>
              <a:buChar char="•"/>
              <a:defRPr sz="2800"/>
            </a:lvl1pPr>
            <a:lvl2pPr marL="914400" lvl="1" indent="-381000" algn="l">
              <a:lnSpc>
                <a:spcPct val="100000"/>
              </a:lnSpc>
              <a:spcBef>
                <a:spcPts val="480"/>
              </a:spcBef>
              <a:spcAft>
                <a:spcPts val="0"/>
              </a:spcAft>
              <a:buClr>
                <a:schemeClr val="dk1"/>
              </a:buClr>
              <a:buSzPts val="2400"/>
              <a:buFont typeface="Times New Roman"/>
              <a:buChar char="–"/>
              <a:defRPr sz="2400"/>
            </a:lvl2pPr>
            <a:lvl3pPr marL="1371600" lvl="2" indent="-355600" algn="l">
              <a:lnSpc>
                <a:spcPct val="100000"/>
              </a:lnSpc>
              <a:spcBef>
                <a:spcPts val="400"/>
              </a:spcBef>
              <a:spcAft>
                <a:spcPts val="0"/>
              </a:spcAft>
              <a:buClr>
                <a:schemeClr val="dk1"/>
              </a:buClr>
              <a:buSzPts val="2000"/>
              <a:buFont typeface="Times New Roman"/>
              <a:buChar char="•"/>
              <a:defRPr sz="2000"/>
            </a:lvl3pPr>
            <a:lvl4pPr marL="1828800" lvl="3" indent="-342900" algn="l">
              <a:lnSpc>
                <a:spcPct val="100000"/>
              </a:lnSpc>
              <a:spcBef>
                <a:spcPts val="360"/>
              </a:spcBef>
              <a:spcAft>
                <a:spcPts val="0"/>
              </a:spcAft>
              <a:buClr>
                <a:schemeClr val="dk1"/>
              </a:buClr>
              <a:buSzPts val="1800"/>
              <a:buFont typeface="Times New Roman"/>
              <a:buChar char="–"/>
              <a:defRPr sz="1800"/>
            </a:lvl4pPr>
            <a:lvl5pPr marL="2286000" lvl="4" indent="-342900" algn="l">
              <a:lnSpc>
                <a:spcPct val="100000"/>
              </a:lnSpc>
              <a:spcBef>
                <a:spcPts val="360"/>
              </a:spcBef>
              <a:spcAft>
                <a:spcPts val="0"/>
              </a:spcAft>
              <a:buClr>
                <a:schemeClr val="dk1"/>
              </a:buClr>
              <a:buSzPts val="1800"/>
              <a:buFont typeface="Times New Roman"/>
              <a:buChar char="»"/>
              <a:defRPr sz="1800"/>
            </a:lvl5pPr>
            <a:lvl6pPr marL="2743200" lvl="5" indent="-342900" algn="l">
              <a:lnSpc>
                <a:spcPct val="100000"/>
              </a:lnSpc>
              <a:spcBef>
                <a:spcPts val="360"/>
              </a:spcBef>
              <a:spcAft>
                <a:spcPts val="0"/>
              </a:spcAft>
              <a:buClr>
                <a:schemeClr val="dk1"/>
              </a:buClr>
              <a:buSzPts val="1800"/>
              <a:buFont typeface="Times New Roman"/>
              <a:buChar char="»"/>
              <a:defRPr sz="1800"/>
            </a:lvl6pPr>
            <a:lvl7pPr marL="3200400" lvl="6" indent="-342900" algn="l">
              <a:lnSpc>
                <a:spcPct val="100000"/>
              </a:lnSpc>
              <a:spcBef>
                <a:spcPts val="360"/>
              </a:spcBef>
              <a:spcAft>
                <a:spcPts val="0"/>
              </a:spcAft>
              <a:buClr>
                <a:schemeClr val="dk1"/>
              </a:buClr>
              <a:buSzPts val="1800"/>
              <a:buFont typeface="Times New Roman"/>
              <a:buChar char="»"/>
              <a:defRPr sz="1800"/>
            </a:lvl7pPr>
            <a:lvl8pPr marL="3657600" lvl="7" indent="-342900" algn="l">
              <a:lnSpc>
                <a:spcPct val="100000"/>
              </a:lnSpc>
              <a:spcBef>
                <a:spcPts val="360"/>
              </a:spcBef>
              <a:spcAft>
                <a:spcPts val="0"/>
              </a:spcAft>
              <a:buClr>
                <a:schemeClr val="dk1"/>
              </a:buClr>
              <a:buSzPts val="1800"/>
              <a:buFont typeface="Times New Roman"/>
              <a:buChar char="»"/>
              <a:defRPr sz="1800"/>
            </a:lvl8pPr>
            <a:lvl9pPr marL="4114800" lvl="8" indent="-342900" algn="l">
              <a:lnSpc>
                <a:spcPct val="100000"/>
              </a:lnSpc>
              <a:spcBef>
                <a:spcPts val="360"/>
              </a:spcBef>
              <a:spcAft>
                <a:spcPts val="0"/>
              </a:spcAft>
              <a:buClr>
                <a:schemeClr val="dk1"/>
              </a:buClr>
              <a:buSzPts val="1800"/>
              <a:buFont typeface="Times New Roman"/>
              <a:buChar char="»"/>
              <a:defRPr sz="1800"/>
            </a:lvl9pPr>
          </a:lstStyle>
          <a:p>
            <a:endParaRPr/>
          </a:p>
        </p:txBody>
      </p:sp>
      <p:sp>
        <p:nvSpPr>
          <p:cNvPr id="19" name="Google Shape;19;p3"/>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2"/>
          <p:cNvSpPr txBox="1">
            <a:spLocks noGrp="1"/>
          </p:cNvSpPr>
          <p:nvPr>
            <p:ph type="title"/>
          </p:nvPr>
        </p:nvSpPr>
        <p:spPr>
          <a:xfrm>
            <a:off x="3290887" y="2925762"/>
            <a:ext cx="37309425" cy="548640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4" name="Google Shape;24;p12"/>
          <p:cNvSpPr txBox="1">
            <a:spLocks noGrp="1"/>
          </p:cNvSpPr>
          <p:nvPr>
            <p:ph type="body" idx="1"/>
          </p:nvPr>
        </p:nvSpPr>
        <p:spPr>
          <a:xfrm>
            <a:off x="3290887" y="9510712"/>
            <a:ext cx="37309425" cy="19750087"/>
          </a:xfrm>
          <a:prstGeom prst="rect">
            <a:avLst/>
          </a:prstGeom>
          <a:noFill/>
          <a:ln>
            <a:noFill/>
          </a:ln>
        </p:spPr>
        <p:txBody>
          <a:bodyPr spcFirstLastPara="1" wrap="square" lIns="480700" tIns="240350" rIns="480700" bIns="24035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 name="Google Shape;25;p12"/>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2"/>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2"/>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rot="5400000">
            <a:off x="22769513" y="11430000"/>
            <a:ext cx="26335037" cy="9326563"/>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 name="Google Shape;30;p4"/>
          <p:cNvSpPr txBox="1">
            <a:spLocks noGrp="1"/>
          </p:cNvSpPr>
          <p:nvPr>
            <p:ph type="body" idx="1"/>
          </p:nvPr>
        </p:nvSpPr>
        <p:spPr>
          <a:xfrm rot="5400000">
            <a:off x="4038601" y="2178051"/>
            <a:ext cx="26335037" cy="27830462"/>
          </a:xfrm>
          <a:prstGeom prst="rect">
            <a:avLst/>
          </a:prstGeom>
          <a:noFill/>
          <a:ln>
            <a:noFill/>
          </a:ln>
        </p:spPr>
        <p:txBody>
          <a:bodyPr spcFirstLastPara="1" wrap="square" lIns="480700" tIns="240350" rIns="480700" bIns="24035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1" name="Google Shape;31;p4"/>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3290887" y="2925762"/>
            <a:ext cx="37309425" cy="548640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6" name="Google Shape;36;p5"/>
          <p:cNvSpPr txBox="1">
            <a:spLocks noGrp="1"/>
          </p:cNvSpPr>
          <p:nvPr>
            <p:ph type="body" idx="1"/>
          </p:nvPr>
        </p:nvSpPr>
        <p:spPr>
          <a:xfrm rot="5400000">
            <a:off x="12070556" y="731043"/>
            <a:ext cx="19750087" cy="37309425"/>
          </a:xfrm>
          <a:prstGeom prst="rect">
            <a:avLst/>
          </a:prstGeom>
          <a:noFill/>
          <a:ln>
            <a:noFill/>
          </a:ln>
        </p:spPr>
        <p:txBody>
          <a:bodyPr spcFirstLastPara="1" wrap="square" lIns="480700" tIns="240350" rIns="480700" bIns="24035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602663" y="23042563"/>
            <a:ext cx="26335037" cy="2720975"/>
          </a:xfrm>
          <a:prstGeom prst="rect">
            <a:avLst/>
          </a:prstGeom>
          <a:noFill/>
          <a:ln>
            <a:noFill/>
          </a:ln>
        </p:spPr>
        <p:txBody>
          <a:bodyPr spcFirstLastPara="1" wrap="square" lIns="480700" tIns="240350" rIns="480700" bIns="24035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 name="Google Shape;42;p6"/>
          <p:cNvSpPr>
            <a:spLocks noGrp="1"/>
          </p:cNvSpPr>
          <p:nvPr>
            <p:ph type="pic" idx="2"/>
          </p:nvPr>
        </p:nvSpPr>
        <p:spPr>
          <a:xfrm>
            <a:off x="8602663" y="2941638"/>
            <a:ext cx="26335037" cy="19750087"/>
          </a:xfrm>
          <a:prstGeom prst="rect">
            <a:avLst/>
          </a:prstGeom>
          <a:noFill/>
          <a:ln>
            <a:noFill/>
          </a:ln>
        </p:spPr>
      </p:sp>
      <p:sp>
        <p:nvSpPr>
          <p:cNvPr id="43" name="Google Shape;43;p6"/>
          <p:cNvSpPr txBox="1">
            <a:spLocks noGrp="1"/>
          </p:cNvSpPr>
          <p:nvPr>
            <p:ph type="body" idx="1"/>
          </p:nvPr>
        </p:nvSpPr>
        <p:spPr>
          <a:xfrm>
            <a:off x="8602663" y="25763538"/>
            <a:ext cx="26335037" cy="3862387"/>
          </a:xfrm>
          <a:prstGeom prst="rect">
            <a:avLst/>
          </a:prstGeom>
          <a:noFill/>
          <a:ln>
            <a:noFill/>
          </a:ln>
        </p:spPr>
        <p:txBody>
          <a:bodyPr spcFirstLastPara="1" wrap="square" lIns="480700" tIns="240350" rIns="480700" bIns="240350" anchor="t" anchorCtr="0">
            <a:noAutofit/>
          </a:bodyPr>
          <a:lstStyle>
            <a:lvl1pPr marL="457200" lvl="0" indent="-228600" algn="l">
              <a:lnSpc>
                <a:spcPct val="100000"/>
              </a:lnSpc>
              <a:spcBef>
                <a:spcPts val="280"/>
              </a:spcBef>
              <a:spcAft>
                <a:spcPts val="0"/>
              </a:spcAft>
              <a:buClr>
                <a:schemeClr val="dk1"/>
              </a:buClr>
              <a:buSzPts val="1400"/>
              <a:buFont typeface="Times New Roman"/>
              <a:buNone/>
              <a:defRPr sz="1400"/>
            </a:lvl1pPr>
            <a:lvl2pPr marL="914400" lvl="1" indent="-228600" algn="l">
              <a:lnSpc>
                <a:spcPct val="100000"/>
              </a:lnSpc>
              <a:spcBef>
                <a:spcPts val="240"/>
              </a:spcBef>
              <a:spcAft>
                <a:spcPts val="0"/>
              </a:spcAft>
              <a:buClr>
                <a:schemeClr val="dk1"/>
              </a:buClr>
              <a:buSzPts val="1200"/>
              <a:buFont typeface="Times New Roman"/>
              <a:buNone/>
              <a:defRPr sz="1200"/>
            </a:lvl2pPr>
            <a:lvl3pPr marL="1371600" lvl="2" indent="-228600" algn="l">
              <a:lnSpc>
                <a:spcPct val="100000"/>
              </a:lnSpc>
              <a:spcBef>
                <a:spcPts val="200"/>
              </a:spcBef>
              <a:spcAft>
                <a:spcPts val="0"/>
              </a:spcAft>
              <a:buClr>
                <a:schemeClr val="dk1"/>
              </a:buClr>
              <a:buSzPts val="1000"/>
              <a:buFont typeface="Times New Roman"/>
              <a:buNone/>
              <a:defRPr sz="1000"/>
            </a:lvl3pPr>
            <a:lvl4pPr marL="1828800" lvl="3" indent="-228600" algn="l">
              <a:lnSpc>
                <a:spcPct val="100000"/>
              </a:lnSpc>
              <a:spcBef>
                <a:spcPts val="180"/>
              </a:spcBef>
              <a:spcAft>
                <a:spcPts val="0"/>
              </a:spcAft>
              <a:buClr>
                <a:schemeClr val="dk1"/>
              </a:buClr>
              <a:buSzPts val="900"/>
              <a:buFont typeface="Times New Roman"/>
              <a:buNone/>
              <a:defRPr sz="900"/>
            </a:lvl4pPr>
            <a:lvl5pPr marL="2286000" lvl="4" indent="-228600" algn="l">
              <a:lnSpc>
                <a:spcPct val="100000"/>
              </a:lnSpc>
              <a:spcBef>
                <a:spcPts val="180"/>
              </a:spcBef>
              <a:spcAft>
                <a:spcPts val="0"/>
              </a:spcAft>
              <a:buClr>
                <a:schemeClr val="dk1"/>
              </a:buClr>
              <a:buSzPts val="900"/>
              <a:buFont typeface="Times New Roman"/>
              <a:buNone/>
              <a:defRPr sz="900"/>
            </a:lvl5pPr>
            <a:lvl6pPr marL="2743200" lvl="5" indent="-228600" algn="l">
              <a:lnSpc>
                <a:spcPct val="100000"/>
              </a:lnSpc>
              <a:spcBef>
                <a:spcPts val="180"/>
              </a:spcBef>
              <a:spcAft>
                <a:spcPts val="0"/>
              </a:spcAft>
              <a:buClr>
                <a:schemeClr val="dk1"/>
              </a:buClr>
              <a:buSzPts val="900"/>
              <a:buFont typeface="Times New Roman"/>
              <a:buNone/>
              <a:defRPr sz="900"/>
            </a:lvl6pPr>
            <a:lvl7pPr marL="3200400" lvl="6" indent="-228600" algn="l">
              <a:lnSpc>
                <a:spcPct val="100000"/>
              </a:lnSpc>
              <a:spcBef>
                <a:spcPts val="180"/>
              </a:spcBef>
              <a:spcAft>
                <a:spcPts val="0"/>
              </a:spcAft>
              <a:buClr>
                <a:schemeClr val="dk1"/>
              </a:buClr>
              <a:buSzPts val="900"/>
              <a:buFont typeface="Times New Roman"/>
              <a:buNone/>
              <a:defRPr sz="900"/>
            </a:lvl7pPr>
            <a:lvl8pPr marL="3657600" lvl="7" indent="-228600" algn="l">
              <a:lnSpc>
                <a:spcPct val="100000"/>
              </a:lnSpc>
              <a:spcBef>
                <a:spcPts val="180"/>
              </a:spcBef>
              <a:spcAft>
                <a:spcPts val="0"/>
              </a:spcAft>
              <a:buClr>
                <a:schemeClr val="dk1"/>
              </a:buClr>
              <a:buSzPts val="900"/>
              <a:buFont typeface="Times New Roman"/>
              <a:buNone/>
              <a:defRPr sz="900"/>
            </a:lvl8pPr>
            <a:lvl9pPr marL="4114800" lvl="8" indent="-228600" algn="l">
              <a:lnSpc>
                <a:spcPct val="100000"/>
              </a:lnSpc>
              <a:spcBef>
                <a:spcPts val="180"/>
              </a:spcBef>
              <a:spcAft>
                <a:spcPts val="0"/>
              </a:spcAft>
              <a:buClr>
                <a:schemeClr val="dk1"/>
              </a:buClr>
              <a:buSzPts val="900"/>
              <a:buFont typeface="Times New Roman"/>
              <a:buNone/>
              <a:defRPr sz="900"/>
            </a:lvl9pPr>
          </a:lstStyle>
          <a:p>
            <a:endParaRPr/>
          </a:p>
        </p:txBody>
      </p:sp>
      <p:sp>
        <p:nvSpPr>
          <p:cNvPr id="44" name="Google Shape;44;p6"/>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2193925" y="1311275"/>
            <a:ext cx="14439900" cy="5576888"/>
          </a:xfrm>
          <a:prstGeom prst="rect">
            <a:avLst/>
          </a:prstGeom>
          <a:noFill/>
          <a:ln>
            <a:noFill/>
          </a:ln>
        </p:spPr>
        <p:txBody>
          <a:bodyPr spcFirstLastPara="1" wrap="square" lIns="480700" tIns="240350" rIns="480700" bIns="24035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9" name="Google Shape;49;p7"/>
          <p:cNvSpPr txBox="1">
            <a:spLocks noGrp="1"/>
          </p:cNvSpPr>
          <p:nvPr>
            <p:ph type="body" idx="1"/>
          </p:nvPr>
        </p:nvSpPr>
        <p:spPr>
          <a:xfrm>
            <a:off x="17160875" y="1311275"/>
            <a:ext cx="24536400" cy="28093988"/>
          </a:xfrm>
          <a:prstGeom prst="rect">
            <a:avLst/>
          </a:prstGeom>
          <a:noFill/>
          <a:ln>
            <a:noFill/>
          </a:ln>
        </p:spPr>
        <p:txBody>
          <a:bodyPr spcFirstLastPara="1" wrap="square" lIns="480700" tIns="240350" rIns="480700" bIns="240350" anchor="t" anchorCtr="0">
            <a:noAutofit/>
          </a:bodyPr>
          <a:lstStyle>
            <a:lvl1pPr marL="457200" lvl="0" indent="-431800" algn="l">
              <a:lnSpc>
                <a:spcPct val="100000"/>
              </a:lnSpc>
              <a:spcBef>
                <a:spcPts val="640"/>
              </a:spcBef>
              <a:spcAft>
                <a:spcPts val="0"/>
              </a:spcAft>
              <a:buClr>
                <a:schemeClr val="dk1"/>
              </a:buClr>
              <a:buSzPts val="3200"/>
              <a:buFont typeface="Times New Roman"/>
              <a:buChar char="•"/>
              <a:defRPr sz="3200"/>
            </a:lvl1pPr>
            <a:lvl2pPr marL="914400" lvl="1" indent="-406400" algn="l">
              <a:lnSpc>
                <a:spcPct val="100000"/>
              </a:lnSpc>
              <a:spcBef>
                <a:spcPts val="560"/>
              </a:spcBef>
              <a:spcAft>
                <a:spcPts val="0"/>
              </a:spcAft>
              <a:buClr>
                <a:schemeClr val="dk1"/>
              </a:buClr>
              <a:buSzPts val="2800"/>
              <a:buFont typeface="Times New Roman"/>
              <a:buChar char="–"/>
              <a:defRPr sz="2800"/>
            </a:lvl2pPr>
            <a:lvl3pPr marL="1371600" lvl="2" indent="-381000" algn="l">
              <a:lnSpc>
                <a:spcPct val="100000"/>
              </a:lnSpc>
              <a:spcBef>
                <a:spcPts val="480"/>
              </a:spcBef>
              <a:spcAft>
                <a:spcPts val="0"/>
              </a:spcAft>
              <a:buClr>
                <a:schemeClr val="dk1"/>
              </a:buClr>
              <a:buSzPts val="2400"/>
              <a:buFont typeface="Times New Roman"/>
              <a:buChar char="•"/>
              <a:defRPr sz="2400"/>
            </a:lvl3pPr>
            <a:lvl4pPr marL="1828800" lvl="3" indent="-355600" algn="l">
              <a:lnSpc>
                <a:spcPct val="100000"/>
              </a:lnSpc>
              <a:spcBef>
                <a:spcPts val="400"/>
              </a:spcBef>
              <a:spcAft>
                <a:spcPts val="0"/>
              </a:spcAft>
              <a:buClr>
                <a:schemeClr val="dk1"/>
              </a:buClr>
              <a:buSzPts val="2000"/>
              <a:buFont typeface="Times New Roman"/>
              <a:buChar char="–"/>
              <a:defRPr sz="2000"/>
            </a:lvl4pPr>
            <a:lvl5pPr marL="2286000" lvl="4" indent="-355600" algn="l">
              <a:lnSpc>
                <a:spcPct val="100000"/>
              </a:lnSpc>
              <a:spcBef>
                <a:spcPts val="400"/>
              </a:spcBef>
              <a:spcAft>
                <a:spcPts val="0"/>
              </a:spcAft>
              <a:buClr>
                <a:schemeClr val="dk1"/>
              </a:buClr>
              <a:buSzPts val="2000"/>
              <a:buFont typeface="Times New Roman"/>
              <a:buChar char="»"/>
              <a:defRPr sz="2000"/>
            </a:lvl5pPr>
            <a:lvl6pPr marL="2743200" lvl="5" indent="-355600" algn="l">
              <a:lnSpc>
                <a:spcPct val="100000"/>
              </a:lnSpc>
              <a:spcBef>
                <a:spcPts val="400"/>
              </a:spcBef>
              <a:spcAft>
                <a:spcPts val="0"/>
              </a:spcAft>
              <a:buClr>
                <a:schemeClr val="dk1"/>
              </a:buClr>
              <a:buSzPts val="2000"/>
              <a:buFont typeface="Times New Roman"/>
              <a:buChar char="»"/>
              <a:defRPr sz="2000"/>
            </a:lvl6pPr>
            <a:lvl7pPr marL="3200400" lvl="6" indent="-355600" algn="l">
              <a:lnSpc>
                <a:spcPct val="100000"/>
              </a:lnSpc>
              <a:spcBef>
                <a:spcPts val="400"/>
              </a:spcBef>
              <a:spcAft>
                <a:spcPts val="0"/>
              </a:spcAft>
              <a:buClr>
                <a:schemeClr val="dk1"/>
              </a:buClr>
              <a:buSzPts val="2000"/>
              <a:buFont typeface="Times New Roman"/>
              <a:buChar char="»"/>
              <a:defRPr sz="2000"/>
            </a:lvl7pPr>
            <a:lvl8pPr marL="3657600" lvl="7" indent="-355600" algn="l">
              <a:lnSpc>
                <a:spcPct val="100000"/>
              </a:lnSpc>
              <a:spcBef>
                <a:spcPts val="400"/>
              </a:spcBef>
              <a:spcAft>
                <a:spcPts val="0"/>
              </a:spcAft>
              <a:buClr>
                <a:schemeClr val="dk1"/>
              </a:buClr>
              <a:buSzPts val="2000"/>
              <a:buFont typeface="Times New Roman"/>
              <a:buChar char="»"/>
              <a:defRPr sz="2000"/>
            </a:lvl8pPr>
            <a:lvl9pPr marL="4114800" lvl="8" indent="-355600" algn="l">
              <a:lnSpc>
                <a:spcPct val="100000"/>
              </a:lnSpc>
              <a:spcBef>
                <a:spcPts val="400"/>
              </a:spcBef>
              <a:spcAft>
                <a:spcPts val="0"/>
              </a:spcAft>
              <a:buClr>
                <a:schemeClr val="dk1"/>
              </a:buClr>
              <a:buSzPts val="2000"/>
              <a:buFont typeface="Times New Roman"/>
              <a:buChar char="»"/>
              <a:defRPr sz="2000"/>
            </a:lvl9pPr>
          </a:lstStyle>
          <a:p>
            <a:endParaRPr/>
          </a:p>
        </p:txBody>
      </p:sp>
      <p:sp>
        <p:nvSpPr>
          <p:cNvPr id="50" name="Google Shape;50;p7"/>
          <p:cNvSpPr txBox="1">
            <a:spLocks noGrp="1"/>
          </p:cNvSpPr>
          <p:nvPr>
            <p:ph type="body" idx="2"/>
          </p:nvPr>
        </p:nvSpPr>
        <p:spPr>
          <a:xfrm>
            <a:off x="2193925" y="6888163"/>
            <a:ext cx="14439900" cy="22517100"/>
          </a:xfrm>
          <a:prstGeom prst="rect">
            <a:avLst/>
          </a:prstGeom>
          <a:noFill/>
          <a:ln>
            <a:noFill/>
          </a:ln>
        </p:spPr>
        <p:txBody>
          <a:bodyPr spcFirstLastPara="1" wrap="square" lIns="480700" tIns="240350" rIns="480700" bIns="240350" anchor="t" anchorCtr="0">
            <a:noAutofit/>
          </a:bodyPr>
          <a:lstStyle>
            <a:lvl1pPr marL="457200" lvl="0" indent="-228600" algn="l">
              <a:lnSpc>
                <a:spcPct val="100000"/>
              </a:lnSpc>
              <a:spcBef>
                <a:spcPts val="280"/>
              </a:spcBef>
              <a:spcAft>
                <a:spcPts val="0"/>
              </a:spcAft>
              <a:buClr>
                <a:schemeClr val="dk1"/>
              </a:buClr>
              <a:buSzPts val="1400"/>
              <a:buFont typeface="Times New Roman"/>
              <a:buNone/>
              <a:defRPr sz="1400"/>
            </a:lvl1pPr>
            <a:lvl2pPr marL="914400" lvl="1" indent="-228600" algn="l">
              <a:lnSpc>
                <a:spcPct val="100000"/>
              </a:lnSpc>
              <a:spcBef>
                <a:spcPts val="240"/>
              </a:spcBef>
              <a:spcAft>
                <a:spcPts val="0"/>
              </a:spcAft>
              <a:buClr>
                <a:schemeClr val="dk1"/>
              </a:buClr>
              <a:buSzPts val="1200"/>
              <a:buFont typeface="Times New Roman"/>
              <a:buNone/>
              <a:defRPr sz="1200"/>
            </a:lvl2pPr>
            <a:lvl3pPr marL="1371600" lvl="2" indent="-228600" algn="l">
              <a:lnSpc>
                <a:spcPct val="100000"/>
              </a:lnSpc>
              <a:spcBef>
                <a:spcPts val="200"/>
              </a:spcBef>
              <a:spcAft>
                <a:spcPts val="0"/>
              </a:spcAft>
              <a:buClr>
                <a:schemeClr val="dk1"/>
              </a:buClr>
              <a:buSzPts val="1000"/>
              <a:buFont typeface="Times New Roman"/>
              <a:buNone/>
              <a:defRPr sz="1000"/>
            </a:lvl3pPr>
            <a:lvl4pPr marL="1828800" lvl="3" indent="-228600" algn="l">
              <a:lnSpc>
                <a:spcPct val="100000"/>
              </a:lnSpc>
              <a:spcBef>
                <a:spcPts val="180"/>
              </a:spcBef>
              <a:spcAft>
                <a:spcPts val="0"/>
              </a:spcAft>
              <a:buClr>
                <a:schemeClr val="dk1"/>
              </a:buClr>
              <a:buSzPts val="900"/>
              <a:buFont typeface="Times New Roman"/>
              <a:buNone/>
              <a:defRPr sz="900"/>
            </a:lvl4pPr>
            <a:lvl5pPr marL="2286000" lvl="4" indent="-228600" algn="l">
              <a:lnSpc>
                <a:spcPct val="100000"/>
              </a:lnSpc>
              <a:spcBef>
                <a:spcPts val="180"/>
              </a:spcBef>
              <a:spcAft>
                <a:spcPts val="0"/>
              </a:spcAft>
              <a:buClr>
                <a:schemeClr val="dk1"/>
              </a:buClr>
              <a:buSzPts val="900"/>
              <a:buFont typeface="Times New Roman"/>
              <a:buNone/>
              <a:defRPr sz="900"/>
            </a:lvl5pPr>
            <a:lvl6pPr marL="2743200" lvl="5" indent="-228600" algn="l">
              <a:lnSpc>
                <a:spcPct val="100000"/>
              </a:lnSpc>
              <a:spcBef>
                <a:spcPts val="180"/>
              </a:spcBef>
              <a:spcAft>
                <a:spcPts val="0"/>
              </a:spcAft>
              <a:buClr>
                <a:schemeClr val="dk1"/>
              </a:buClr>
              <a:buSzPts val="900"/>
              <a:buFont typeface="Times New Roman"/>
              <a:buNone/>
              <a:defRPr sz="900"/>
            </a:lvl6pPr>
            <a:lvl7pPr marL="3200400" lvl="6" indent="-228600" algn="l">
              <a:lnSpc>
                <a:spcPct val="100000"/>
              </a:lnSpc>
              <a:spcBef>
                <a:spcPts val="180"/>
              </a:spcBef>
              <a:spcAft>
                <a:spcPts val="0"/>
              </a:spcAft>
              <a:buClr>
                <a:schemeClr val="dk1"/>
              </a:buClr>
              <a:buSzPts val="900"/>
              <a:buFont typeface="Times New Roman"/>
              <a:buNone/>
              <a:defRPr sz="900"/>
            </a:lvl7pPr>
            <a:lvl8pPr marL="3657600" lvl="7" indent="-228600" algn="l">
              <a:lnSpc>
                <a:spcPct val="100000"/>
              </a:lnSpc>
              <a:spcBef>
                <a:spcPts val="180"/>
              </a:spcBef>
              <a:spcAft>
                <a:spcPts val="0"/>
              </a:spcAft>
              <a:buClr>
                <a:schemeClr val="dk1"/>
              </a:buClr>
              <a:buSzPts val="900"/>
              <a:buFont typeface="Times New Roman"/>
              <a:buNone/>
              <a:defRPr sz="900"/>
            </a:lvl8pPr>
            <a:lvl9pPr marL="4114800" lvl="8" indent="-228600" algn="l">
              <a:lnSpc>
                <a:spcPct val="100000"/>
              </a:lnSpc>
              <a:spcBef>
                <a:spcPts val="180"/>
              </a:spcBef>
              <a:spcAft>
                <a:spcPts val="0"/>
              </a:spcAft>
              <a:buClr>
                <a:schemeClr val="dk1"/>
              </a:buClr>
              <a:buSzPts val="900"/>
              <a:buFont typeface="Times New Roman"/>
              <a:buNone/>
              <a:defRPr sz="900"/>
            </a:lvl9pPr>
          </a:lstStyle>
          <a:p>
            <a:endParaRPr/>
          </a:p>
        </p:txBody>
      </p:sp>
      <p:sp>
        <p:nvSpPr>
          <p:cNvPr id="51" name="Google Shape;51;p7"/>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3290887" y="2925762"/>
            <a:ext cx="37309425" cy="548640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0" name="Google Shape;60;p9"/>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3"/>
        <p:cNvGrpSpPr/>
        <p:nvPr/>
      </p:nvGrpSpPr>
      <p:grpSpPr>
        <a:xfrm>
          <a:off x="0" y="0"/>
          <a:ext cx="0" cy="0"/>
          <a:chOff x="0" y="0"/>
          <a:chExt cx="0" cy="0"/>
        </a:xfrm>
      </p:grpSpPr>
      <p:sp>
        <p:nvSpPr>
          <p:cNvPr id="64" name="Google Shape;64;p10"/>
          <p:cNvSpPr txBox="1">
            <a:spLocks noGrp="1"/>
          </p:cNvSpPr>
          <p:nvPr>
            <p:ph type="title"/>
          </p:nvPr>
        </p:nvSpPr>
        <p:spPr>
          <a:xfrm>
            <a:off x="2193925" y="1317625"/>
            <a:ext cx="39503350" cy="548640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5" name="Google Shape;65;p10"/>
          <p:cNvSpPr txBox="1">
            <a:spLocks noGrp="1"/>
          </p:cNvSpPr>
          <p:nvPr>
            <p:ph type="body" idx="1"/>
          </p:nvPr>
        </p:nvSpPr>
        <p:spPr>
          <a:xfrm>
            <a:off x="2193925" y="7369175"/>
            <a:ext cx="19392900" cy="3070225"/>
          </a:xfrm>
          <a:prstGeom prst="rect">
            <a:avLst/>
          </a:prstGeom>
          <a:noFill/>
          <a:ln>
            <a:noFill/>
          </a:ln>
        </p:spPr>
        <p:txBody>
          <a:bodyPr spcFirstLastPara="1" wrap="square" lIns="480700" tIns="240350" rIns="480700" bIns="240350" anchor="b"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b="1"/>
            </a:lvl1pPr>
            <a:lvl2pPr marL="914400" lvl="1" indent="-228600" algn="l">
              <a:lnSpc>
                <a:spcPct val="100000"/>
              </a:lnSpc>
              <a:spcBef>
                <a:spcPts val="400"/>
              </a:spcBef>
              <a:spcAft>
                <a:spcPts val="0"/>
              </a:spcAft>
              <a:buClr>
                <a:schemeClr val="dk1"/>
              </a:buClr>
              <a:buSzPts val="2000"/>
              <a:buFont typeface="Times New Roman"/>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100000"/>
              </a:lnSpc>
              <a:spcBef>
                <a:spcPts val="320"/>
              </a:spcBef>
              <a:spcAft>
                <a:spcPts val="0"/>
              </a:spcAft>
              <a:buClr>
                <a:schemeClr val="dk1"/>
              </a:buClr>
              <a:buSzPts val="1600"/>
              <a:buFont typeface="Times New Roman"/>
              <a:buNone/>
              <a:defRPr sz="1600" b="1"/>
            </a:lvl6pPr>
            <a:lvl7pPr marL="3200400" lvl="6" indent="-228600" algn="l">
              <a:lnSpc>
                <a:spcPct val="100000"/>
              </a:lnSpc>
              <a:spcBef>
                <a:spcPts val="320"/>
              </a:spcBef>
              <a:spcAft>
                <a:spcPts val="0"/>
              </a:spcAft>
              <a:buClr>
                <a:schemeClr val="dk1"/>
              </a:buClr>
              <a:buSzPts val="1600"/>
              <a:buFont typeface="Times New Roman"/>
              <a:buNone/>
              <a:defRPr sz="1600" b="1"/>
            </a:lvl7pPr>
            <a:lvl8pPr marL="3657600" lvl="7" indent="-228600" algn="l">
              <a:lnSpc>
                <a:spcPct val="100000"/>
              </a:lnSpc>
              <a:spcBef>
                <a:spcPts val="320"/>
              </a:spcBef>
              <a:spcAft>
                <a:spcPts val="0"/>
              </a:spcAft>
              <a:buClr>
                <a:schemeClr val="dk1"/>
              </a:buClr>
              <a:buSzPts val="1600"/>
              <a:buFont typeface="Times New Roman"/>
              <a:buNone/>
              <a:defRPr sz="1600" b="1"/>
            </a:lvl8pPr>
            <a:lvl9pPr marL="4114800" lvl="8" indent="-228600" algn="l">
              <a:lnSpc>
                <a:spcPct val="100000"/>
              </a:lnSpc>
              <a:spcBef>
                <a:spcPts val="320"/>
              </a:spcBef>
              <a:spcAft>
                <a:spcPts val="0"/>
              </a:spcAft>
              <a:buClr>
                <a:schemeClr val="dk1"/>
              </a:buClr>
              <a:buSzPts val="1600"/>
              <a:buFont typeface="Times New Roman"/>
              <a:buNone/>
              <a:defRPr sz="1600" b="1"/>
            </a:lvl9pPr>
          </a:lstStyle>
          <a:p>
            <a:endParaRPr/>
          </a:p>
        </p:txBody>
      </p:sp>
      <p:sp>
        <p:nvSpPr>
          <p:cNvPr id="66" name="Google Shape;66;p10"/>
          <p:cNvSpPr txBox="1">
            <a:spLocks noGrp="1"/>
          </p:cNvSpPr>
          <p:nvPr>
            <p:ph type="body" idx="2"/>
          </p:nvPr>
        </p:nvSpPr>
        <p:spPr>
          <a:xfrm>
            <a:off x="2193925" y="10439400"/>
            <a:ext cx="19392900" cy="18965863"/>
          </a:xfrm>
          <a:prstGeom prst="rect">
            <a:avLst/>
          </a:prstGeom>
          <a:noFill/>
          <a:ln>
            <a:noFill/>
          </a:ln>
        </p:spPr>
        <p:txBody>
          <a:bodyPr spcFirstLastPara="1" wrap="square" lIns="480700" tIns="240350" rIns="480700" bIns="240350" anchor="t" anchorCtr="0">
            <a:noAutofit/>
          </a:bodyPr>
          <a:lstStyle>
            <a:lvl1pPr marL="457200" lvl="0" indent="-381000" algn="l">
              <a:lnSpc>
                <a:spcPct val="100000"/>
              </a:lnSpc>
              <a:spcBef>
                <a:spcPts val="480"/>
              </a:spcBef>
              <a:spcAft>
                <a:spcPts val="0"/>
              </a:spcAft>
              <a:buClr>
                <a:schemeClr val="dk1"/>
              </a:buClr>
              <a:buSzPts val="2400"/>
              <a:buFont typeface="Times New Roman"/>
              <a:buChar char="•"/>
              <a:defRPr sz="2400"/>
            </a:lvl1pPr>
            <a:lvl2pPr marL="914400" lvl="1" indent="-355600" algn="l">
              <a:lnSpc>
                <a:spcPct val="100000"/>
              </a:lnSpc>
              <a:spcBef>
                <a:spcPts val="400"/>
              </a:spcBef>
              <a:spcAft>
                <a:spcPts val="0"/>
              </a:spcAft>
              <a:buClr>
                <a:schemeClr val="dk1"/>
              </a:buClr>
              <a:buSzPts val="2000"/>
              <a:buFont typeface="Times New Roman"/>
              <a:buChar char="–"/>
              <a:defRPr sz="2000"/>
            </a:lvl2pPr>
            <a:lvl3pPr marL="1371600" lvl="2" indent="-342900" algn="l">
              <a:lnSpc>
                <a:spcPct val="100000"/>
              </a:lnSpc>
              <a:spcBef>
                <a:spcPts val="360"/>
              </a:spcBef>
              <a:spcAft>
                <a:spcPts val="0"/>
              </a:spcAft>
              <a:buClr>
                <a:schemeClr val="dk1"/>
              </a:buClr>
              <a:buSzPts val="1800"/>
              <a:buFont typeface="Times New Roman"/>
              <a:buChar char="•"/>
              <a:defRPr sz="1800"/>
            </a:lvl3pPr>
            <a:lvl4pPr marL="1828800" lvl="3" indent="-330200" algn="l">
              <a:lnSpc>
                <a:spcPct val="100000"/>
              </a:lnSpc>
              <a:spcBef>
                <a:spcPts val="320"/>
              </a:spcBef>
              <a:spcAft>
                <a:spcPts val="0"/>
              </a:spcAft>
              <a:buClr>
                <a:schemeClr val="dk1"/>
              </a:buClr>
              <a:buSzPts val="1600"/>
              <a:buFont typeface="Times New Roman"/>
              <a:buChar char="–"/>
              <a:defRPr sz="1600"/>
            </a:lvl4pPr>
            <a:lvl5pPr marL="2286000" lvl="4" indent="-330200" algn="l">
              <a:lnSpc>
                <a:spcPct val="100000"/>
              </a:lnSpc>
              <a:spcBef>
                <a:spcPts val="320"/>
              </a:spcBef>
              <a:spcAft>
                <a:spcPts val="0"/>
              </a:spcAft>
              <a:buClr>
                <a:schemeClr val="dk1"/>
              </a:buClr>
              <a:buSzPts val="1600"/>
              <a:buFont typeface="Times New Roman"/>
              <a:buChar char="»"/>
              <a:defRPr sz="1600"/>
            </a:lvl5pPr>
            <a:lvl6pPr marL="2743200" lvl="5" indent="-330200" algn="l">
              <a:lnSpc>
                <a:spcPct val="100000"/>
              </a:lnSpc>
              <a:spcBef>
                <a:spcPts val="320"/>
              </a:spcBef>
              <a:spcAft>
                <a:spcPts val="0"/>
              </a:spcAft>
              <a:buClr>
                <a:schemeClr val="dk1"/>
              </a:buClr>
              <a:buSzPts val="1600"/>
              <a:buFont typeface="Times New Roman"/>
              <a:buChar char="»"/>
              <a:defRPr sz="1600"/>
            </a:lvl6pPr>
            <a:lvl7pPr marL="3200400" lvl="6" indent="-330200" algn="l">
              <a:lnSpc>
                <a:spcPct val="100000"/>
              </a:lnSpc>
              <a:spcBef>
                <a:spcPts val="320"/>
              </a:spcBef>
              <a:spcAft>
                <a:spcPts val="0"/>
              </a:spcAft>
              <a:buClr>
                <a:schemeClr val="dk1"/>
              </a:buClr>
              <a:buSzPts val="1600"/>
              <a:buFont typeface="Times New Roman"/>
              <a:buChar char="»"/>
              <a:defRPr sz="1600"/>
            </a:lvl7pPr>
            <a:lvl8pPr marL="3657600" lvl="7" indent="-330200" algn="l">
              <a:lnSpc>
                <a:spcPct val="100000"/>
              </a:lnSpc>
              <a:spcBef>
                <a:spcPts val="320"/>
              </a:spcBef>
              <a:spcAft>
                <a:spcPts val="0"/>
              </a:spcAft>
              <a:buClr>
                <a:schemeClr val="dk1"/>
              </a:buClr>
              <a:buSzPts val="1600"/>
              <a:buFont typeface="Times New Roman"/>
              <a:buChar char="»"/>
              <a:defRPr sz="1600"/>
            </a:lvl8pPr>
            <a:lvl9pPr marL="4114800" lvl="8" indent="-330200" algn="l">
              <a:lnSpc>
                <a:spcPct val="100000"/>
              </a:lnSpc>
              <a:spcBef>
                <a:spcPts val="320"/>
              </a:spcBef>
              <a:spcAft>
                <a:spcPts val="0"/>
              </a:spcAft>
              <a:buClr>
                <a:schemeClr val="dk1"/>
              </a:buClr>
              <a:buSzPts val="1600"/>
              <a:buFont typeface="Times New Roman"/>
              <a:buChar char="»"/>
              <a:defRPr sz="1600"/>
            </a:lvl9pPr>
          </a:lstStyle>
          <a:p>
            <a:endParaRPr/>
          </a:p>
        </p:txBody>
      </p:sp>
      <p:sp>
        <p:nvSpPr>
          <p:cNvPr id="67" name="Google Shape;67;p10"/>
          <p:cNvSpPr txBox="1">
            <a:spLocks noGrp="1"/>
          </p:cNvSpPr>
          <p:nvPr>
            <p:ph type="body" idx="3"/>
          </p:nvPr>
        </p:nvSpPr>
        <p:spPr>
          <a:xfrm>
            <a:off x="22296438" y="7369175"/>
            <a:ext cx="19400837" cy="3070225"/>
          </a:xfrm>
          <a:prstGeom prst="rect">
            <a:avLst/>
          </a:prstGeom>
          <a:noFill/>
          <a:ln>
            <a:noFill/>
          </a:ln>
        </p:spPr>
        <p:txBody>
          <a:bodyPr spcFirstLastPara="1" wrap="square" lIns="480700" tIns="240350" rIns="480700" bIns="240350" anchor="b"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b="1"/>
            </a:lvl1pPr>
            <a:lvl2pPr marL="914400" lvl="1" indent="-228600" algn="l">
              <a:lnSpc>
                <a:spcPct val="100000"/>
              </a:lnSpc>
              <a:spcBef>
                <a:spcPts val="400"/>
              </a:spcBef>
              <a:spcAft>
                <a:spcPts val="0"/>
              </a:spcAft>
              <a:buClr>
                <a:schemeClr val="dk1"/>
              </a:buClr>
              <a:buSzPts val="2000"/>
              <a:buFont typeface="Times New Roman"/>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100000"/>
              </a:lnSpc>
              <a:spcBef>
                <a:spcPts val="320"/>
              </a:spcBef>
              <a:spcAft>
                <a:spcPts val="0"/>
              </a:spcAft>
              <a:buClr>
                <a:schemeClr val="dk1"/>
              </a:buClr>
              <a:buSzPts val="1600"/>
              <a:buFont typeface="Times New Roman"/>
              <a:buNone/>
              <a:defRPr sz="1600" b="1"/>
            </a:lvl6pPr>
            <a:lvl7pPr marL="3200400" lvl="6" indent="-228600" algn="l">
              <a:lnSpc>
                <a:spcPct val="100000"/>
              </a:lnSpc>
              <a:spcBef>
                <a:spcPts val="320"/>
              </a:spcBef>
              <a:spcAft>
                <a:spcPts val="0"/>
              </a:spcAft>
              <a:buClr>
                <a:schemeClr val="dk1"/>
              </a:buClr>
              <a:buSzPts val="1600"/>
              <a:buFont typeface="Times New Roman"/>
              <a:buNone/>
              <a:defRPr sz="1600" b="1"/>
            </a:lvl7pPr>
            <a:lvl8pPr marL="3657600" lvl="7" indent="-228600" algn="l">
              <a:lnSpc>
                <a:spcPct val="100000"/>
              </a:lnSpc>
              <a:spcBef>
                <a:spcPts val="320"/>
              </a:spcBef>
              <a:spcAft>
                <a:spcPts val="0"/>
              </a:spcAft>
              <a:buClr>
                <a:schemeClr val="dk1"/>
              </a:buClr>
              <a:buSzPts val="1600"/>
              <a:buFont typeface="Times New Roman"/>
              <a:buNone/>
              <a:defRPr sz="1600" b="1"/>
            </a:lvl8pPr>
            <a:lvl9pPr marL="4114800" lvl="8" indent="-228600" algn="l">
              <a:lnSpc>
                <a:spcPct val="100000"/>
              </a:lnSpc>
              <a:spcBef>
                <a:spcPts val="320"/>
              </a:spcBef>
              <a:spcAft>
                <a:spcPts val="0"/>
              </a:spcAft>
              <a:buClr>
                <a:schemeClr val="dk1"/>
              </a:buClr>
              <a:buSzPts val="1600"/>
              <a:buFont typeface="Times New Roman"/>
              <a:buNone/>
              <a:defRPr sz="1600" b="1"/>
            </a:lvl9pPr>
          </a:lstStyle>
          <a:p>
            <a:endParaRPr/>
          </a:p>
        </p:txBody>
      </p:sp>
      <p:sp>
        <p:nvSpPr>
          <p:cNvPr id="68" name="Google Shape;68;p10"/>
          <p:cNvSpPr txBox="1">
            <a:spLocks noGrp="1"/>
          </p:cNvSpPr>
          <p:nvPr>
            <p:ph type="body" idx="4"/>
          </p:nvPr>
        </p:nvSpPr>
        <p:spPr>
          <a:xfrm>
            <a:off x="22296438" y="10439400"/>
            <a:ext cx="19400837" cy="18965863"/>
          </a:xfrm>
          <a:prstGeom prst="rect">
            <a:avLst/>
          </a:prstGeom>
          <a:noFill/>
          <a:ln>
            <a:noFill/>
          </a:ln>
        </p:spPr>
        <p:txBody>
          <a:bodyPr spcFirstLastPara="1" wrap="square" lIns="480700" tIns="240350" rIns="480700" bIns="240350" anchor="t" anchorCtr="0">
            <a:noAutofit/>
          </a:bodyPr>
          <a:lstStyle>
            <a:lvl1pPr marL="457200" lvl="0" indent="-381000" algn="l">
              <a:lnSpc>
                <a:spcPct val="100000"/>
              </a:lnSpc>
              <a:spcBef>
                <a:spcPts val="480"/>
              </a:spcBef>
              <a:spcAft>
                <a:spcPts val="0"/>
              </a:spcAft>
              <a:buClr>
                <a:schemeClr val="dk1"/>
              </a:buClr>
              <a:buSzPts val="2400"/>
              <a:buFont typeface="Times New Roman"/>
              <a:buChar char="•"/>
              <a:defRPr sz="2400"/>
            </a:lvl1pPr>
            <a:lvl2pPr marL="914400" lvl="1" indent="-355600" algn="l">
              <a:lnSpc>
                <a:spcPct val="100000"/>
              </a:lnSpc>
              <a:spcBef>
                <a:spcPts val="400"/>
              </a:spcBef>
              <a:spcAft>
                <a:spcPts val="0"/>
              </a:spcAft>
              <a:buClr>
                <a:schemeClr val="dk1"/>
              </a:buClr>
              <a:buSzPts val="2000"/>
              <a:buFont typeface="Times New Roman"/>
              <a:buChar char="–"/>
              <a:defRPr sz="2000"/>
            </a:lvl2pPr>
            <a:lvl3pPr marL="1371600" lvl="2" indent="-342900" algn="l">
              <a:lnSpc>
                <a:spcPct val="100000"/>
              </a:lnSpc>
              <a:spcBef>
                <a:spcPts val="360"/>
              </a:spcBef>
              <a:spcAft>
                <a:spcPts val="0"/>
              </a:spcAft>
              <a:buClr>
                <a:schemeClr val="dk1"/>
              </a:buClr>
              <a:buSzPts val="1800"/>
              <a:buFont typeface="Times New Roman"/>
              <a:buChar char="•"/>
              <a:defRPr sz="1800"/>
            </a:lvl3pPr>
            <a:lvl4pPr marL="1828800" lvl="3" indent="-330200" algn="l">
              <a:lnSpc>
                <a:spcPct val="100000"/>
              </a:lnSpc>
              <a:spcBef>
                <a:spcPts val="320"/>
              </a:spcBef>
              <a:spcAft>
                <a:spcPts val="0"/>
              </a:spcAft>
              <a:buClr>
                <a:schemeClr val="dk1"/>
              </a:buClr>
              <a:buSzPts val="1600"/>
              <a:buFont typeface="Times New Roman"/>
              <a:buChar char="–"/>
              <a:defRPr sz="1600"/>
            </a:lvl4pPr>
            <a:lvl5pPr marL="2286000" lvl="4" indent="-330200" algn="l">
              <a:lnSpc>
                <a:spcPct val="100000"/>
              </a:lnSpc>
              <a:spcBef>
                <a:spcPts val="320"/>
              </a:spcBef>
              <a:spcAft>
                <a:spcPts val="0"/>
              </a:spcAft>
              <a:buClr>
                <a:schemeClr val="dk1"/>
              </a:buClr>
              <a:buSzPts val="1600"/>
              <a:buFont typeface="Times New Roman"/>
              <a:buChar char="»"/>
              <a:defRPr sz="1600"/>
            </a:lvl5pPr>
            <a:lvl6pPr marL="2743200" lvl="5" indent="-330200" algn="l">
              <a:lnSpc>
                <a:spcPct val="100000"/>
              </a:lnSpc>
              <a:spcBef>
                <a:spcPts val="320"/>
              </a:spcBef>
              <a:spcAft>
                <a:spcPts val="0"/>
              </a:spcAft>
              <a:buClr>
                <a:schemeClr val="dk1"/>
              </a:buClr>
              <a:buSzPts val="1600"/>
              <a:buFont typeface="Times New Roman"/>
              <a:buChar char="»"/>
              <a:defRPr sz="1600"/>
            </a:lvl6pPr>
            <a:lvl7pPr marL="3200400" lvl="6" indent="-330200" algn="l">
              <a:lnSpc>
                <a:spcPct val="100000"/>
              </a:lnSpc>
              <a:spcBef>
                <a:spcPts val="320"/>
              </a:spcBef>
              <a:spcAft>
                <a:spcPts val="0"/>
              </a:spcAft>
              <a:buClr>
                <a:schemeClr val="dk1"/>
              </a:buClr>
              <a:buSzPts val="1600"/>
              <a:buFont typeface="Times New Roman"/>
              <a:buChar char="»"/>
              <a:defRPr sz="1600"/>
            </a:lvl7pPr>
            <a:lvl8pPr marL="3657600" lvl="7" indent="-330200" algn="l">
              <a:lnSpc>
                <a:spcPct val="100000"/>
              </a:lnSpc>
              <a:spcBef>
                <a:spcPts val="320"/>
              </a:spcBef>
              <a:spcAft>
                <a:spcPts val="0"/>
              </a:spcAft>
              <a:buClr>
                <a:schemeClr val="dk1"/>
              </a:buClr>
              <a:buSzPts val="1600"/>
              <a:buFont typeface="Times New Roman"/>
              <a:buChar char="»"/>
              <a:defRPr sz="1600"/>
            </a:lvl8pPr>
            <a:lvl9pPr marL="4114800" lvl="8" indent="-330200" algn="l">
              <a:lnSpc>
                <a:spcPct val="100000"/>
              </a:lnSpc>
              <a:spcBef>
                <a:spcPts val="320"/>
              </a:spcBef>
              <a:spcAft>
                <a:spcPts val="0"/>
              </a:spcAft>
              <a:buClr>
                <a:schemeClr val="dk1"/>
              </a:buClr>
              <a:buSzPts val="1600"/>
              <a:buFont typeface="Times New Roman"/>
              <a:buChar char="»"/>
              <a:defRPr sz="1600"/>
            </a:lvl9pPr>
          </a:lstStyle>
          <a:p>
            <a:endParaRPr/>
          </a:p>
        </p:txBody>
      </p:sp>
      <p:sp>
        <p:nvSpPr>
          <p:cNvPr id="69" name="Google Shape;69;p10"/>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3467100" y="21153438"/>
            <a:ext cx="37307838" cy="65373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a:off x="3467100" y="13952538"/>
            <a:ext cx="37307838" cy="7200900"/>
          </a:xfrm>
          <a:prstGeom prst="rect">
            <a:avLst/>
          </a:prstGeom>
          <a:noFill/>
          <a:ln>
            <a:noFill/>
          </a:ln>
        </p:spPr>
        <p:txBody>
          <a:bodyPr spcFirstLastPara="1" wrap="square" lIns="480700" tIns="240350" rIns="480700" bIns="240350" anchor="b" anchorCtr="0">
            <a:noAutofit/>
          </a:bodyPr>
          <a:lstStyle>
            <a:lvl1pPr marL="457200" lvl="0" indent="-228600" algn="l">
              <a:lnSpc>
                <a:spcPct val="100000"/>
              </a:lnSpc>
              <a:spcBef>
                <a:spcPts val="400"/>
              </a:spcBef>
              <a:spcAft>
                <a:spcPts val="0"/>
              </a:spcAft>
              <a:buClr>
                <a:schemeClr val="dk1"/>
              </a:buClr>
              <a:buSzPts val="2000"/>
              <a:buFont typeface="Times New Roman"/>
              <a:buNone/>
              <a:defRPr sz="2000"/>
            </a:lvl1pPr>
            <a:lvl2pPr marL="914400" lvl="1" indent="-228600" algn="l">
              <a:lnSpc>
                <a:spcPct val="100000"/>
              </a:lnSpc>
              <a:spcBef>
                <a:spcPts val="360"/>
              </a:spcBef>
              <a:spcAft>
                <a:spcPts val="0"/>
              </a:spcAft>
              <a:buClr>
                <a:schemeClr val="dk1"/>
              </a:buClr>
              <a:buSzPts val="1800"/>
              <a:buFont typeface="Times New Roman"/>
              <a:buNone/>
              <a:defRPr sz="1800"/>
            </a:lvl2pPr>
            <a:lvl3pPr marL="1371600" lvl="2" indent="-228600" algn="l">
              <a:lnSpc>
                <a:spcPct val="100000"/>
              </a:lnSpc>
              <a:spcBef>
                <a:spcPts val="320"/>
              </a:spcBef>
              <a:spcAft>
                <a:spcPts val="0"/>
              </a:spcAft>
              <a:buClr>
                <a:schemeClr val="dk1"/>
              </a:buClr>
              <a:buSzPts val="1600"/>
              <a:buFont typeface="Times New Roman"/>
              <a:buNone/>
              <a:defRPr sz="1600"/>
            </a:lvl3pPr>
            <a:lvl4pPr marL="1828800" lvl="3" indent="-228600" algn="l">
              <a:lnSpc>
                <a:spcPct val="100000"/>
              </a:lnSpc>
              <a:spcBef>
                <a:spcPts val="280"/>
              </a:spcBef>
              <a:spcAft>
                <a:spcPts val="0"/>
              </a:spcAft>
              <a:buClr>
                <a:schemeClr val="dk1"/>
              </a:buClr>
              <a:buSzPts val="1400"/>
              <a:buFont typeface="Times New Roman"/>
              <a:buNone/>
              <a:defRPr sz="1400"/>
            </a:lvl4pPr>
            <a:lvl5pPr marL="2286000" lvl="4" indent="-228600" algn="l">
              <a:lnSpc>
                <a:spcPct val="100000"/>
              </a:lnSpc>
              <a:spcBef>
                <a:spcPts val="280"/>
              </a:spcBef>
              <a:spcAft>
                <a:spcPts val="0"/>
              </a:spcAft>
              <a:buClr>
                <a:schemeClr val="dk1"/>
              </a:buClr>
              <a:buSzPts val="1400"/>
              <a:buFont typeface="Times New Roman"/>
              <a:buNone/>
              <a:defRPr sz="1400"/>
            </a:lvl5pPr>
            <a:lvl6pPr marL="2743200" lvl="5" indent="-228600" algn="l">
              <a:lnSpc>
                <a:spcPct val="100000"/>
              </a:lnSpc>
              <a:spcBef>
                <a:spcPts val="280"/>
              </a:spcBef>
              <a:spcAft>
                <a:spcPts val="0"/>
              </a:spcAft>
              <a:buClr>
                <a:schemeClr val="dk1"/>
              </a:buClr>
              <a:buSzPts val="1400"/>
              <a:buFont typeface="Times New Roman"/>
              <a:buNone/>
              <a:defRPr sz="1400"/>
            </a:lvl6pPr>
            <a:lvl7pPr marL="3200400" lvl="6" indent="-228600" algn="l">
              <a:lnSpc>
                <a:spcPct val="100000"/>
              </a:lnSpc>
              <a:spcBef>
                <a:spcPts val="280"/>
              </a:spcBef>
              <a:spcAft>
                <a:spcPts val="0"/>
              </a:spcAft>
              <a:buClr>
                <a:schemeClr val="dk1"/>
              </a:buClr>
              <a:buSzPts val="1400"/>
              <a:buFont typeface="Times New Roman"/>
              <a:buNone/>
              <a:defRPr sz="1400"/>
            </a:lvl7pPr>
            <a:lvl8pPr marL="3657600" lvl="7" indent="-228600" algn="l">
              <a:lnSpc>
                <a:spcPct val="100000"/>
              </a:lnSpc>
              <a:spcBef>
                <a:spcPts val="280"/>
              </a:spcBef>
              <a:spcAft>
                <a:spcPts val="0"/>
              </a:spcAft>
              <a:buClr>
                <a:schemeClr val="dk1"/>
              </a:buClr>
              <a:buSzPts val="1400"/>
              <a:buFont typeface="Times New Roman"/>
              <a:buNone/>
              <a:defRPr sz="1400"/>
            </a:lvl8pPr>
            <a:lvl9pPr marL="4114800" lvl="8" indent="-228600" algn="l">
              <a:lnSpc>
                <a:spcPct val="100000"/>
              </a:lnSpc>
              <a:spcBef>
                <a:spcPts val="280"/>
              </a:spcBef>
              <a:spcAft>
                <a:spcPts val="0"/>
              </a:spcAft>
              <a:buClr>
                <a:schemeClr val="dk1"/>
              </a:buClr>
              <a:buSzPts val="1400"/>
              <a:buFont typeface="Times New Roman"/>
              <a:buNone/>
              <a:defRPr sz="1400"/>
            </a:lvl9pPr>
          </a:lstStyle>
          <a:p>
            <a:endParaRPr/>
          </a:p>
        </p:txBody>
      </p:sp>
      <p:sp>
        <p:nvSpPr>
          <p:cNvPr id="75" name="Google Shape;75;p11"/>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8"/>
        <p:cNvGrpSpPr/>
        <p:nvPr/>
      </p:nvGrpSpPr>
      <p:grpSpPr>
        <a:xfrm>
          <a:off x="0" y="0"/>
          <a:ext cx="0" cy="0"/>
          <a:chOff x="0" y="0"/>
          <a:chExt cx="0" cy="0"/>
        </a:xfrm>
      </p:grpSpPr>
      <p:sp>
        <p:nvSpPr>
          <p:cNvPr id="79" name="Google Shape;79;p13"/>
          <p:cNvSpPr txBox="1">
            <a:spLocks noGrp="1"/>
          </p:cNvSpPr>
          <p:nvPr>
            <p:ph type="ctrTitle"/>
          </p:nvPr>
        </p:nvSpPr>
        <p:spPr>
          <a:xfrm>
            <a:off x="3292475" y="10226675"/>
            <a:ext cx="37306250" cy="7054850"/>
          </a:xfrm>
          <a:prstGeom prst="rect">
            <a:avLst/>
          </a:prstGeom>
          <a:noFill/>
          <a:ln>
            <a:noFill/>
          </a:ln>
        </p:spPr>
        <p:txBody>
          <a:bodyPr spcFirstLastPara="1" wrap="square" lIns="480700" tIns="240350" rIns="480700" bIns="24035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0" name="Google Shape;80;p13"/>
          <p:cNvSpPr txBox="1">
            <a:spLocks noGrp="1"/>
          </p:cNvSpPr>
          <p:nvPr>
            <p:ph type="subTitle" idx="1"/>
          </p:nvPr>
        </p:nvSpPr>
        <p:spPr>
          <a:xfrm>
            <a:off x="6583363" y="18653125"/>
            <a:ext cx="30724475" cy="8413750"/>
          </a:xfrm>
          <a:prstGeom prst="rect">
            <a:avLst/>
          </a:prstGeom>
          <a:noFill/>
          <a:ln>
            <a:noFill/>
          </a:ln>
        </p:spPr>
        <p:txBody>
          <a:bodyPr spcFirstLastPara="1" wrap="square" lIns="480700" tIns="240350" rIns="480700" bIns="240350" anchor="t" anchorCtr="0">
            <a:noAutofit/>
          </a:bodyPr>
          <a:lstStyle>
            <a:lvl1pPr lvl="0" algn="ctr">
              <a:lnSpc>
                <a:spcPct val="100000"/>
              </a:lnSpc>
              <a:spcBef>
                <a:spcPts val="3360"/>
              </a:spcBef>
              <a:spcAft>
                <a:spcPts val="0"/>
              </a:spcAft>
              <a:buClr>
                <a:schemeClr val="dk1"/>
              </a:buClr>
              <a:buSzPts val="16800"/>
              <a:buFont typeface="Times New Roman"/>
              <a:buNone/>
              <a:defRPr/>
            </a:lvl1pPr>
            <a:lvl2pPr lvl="1" algn="ctr">
              <a:lnSpc>
                <a:spcPct val="100000"/>
              </a:lnSpc>
              <a:spcBef>
                <a:spcPts val="2940"/>
              </a:spcBef>
              <a:spcAft>
                <a:spcPts val="0"/>
              </a:spcAft>
              <a:buClr>
                <a:schemeClr val="dk1"/>
              </a:buClr>
              <a:buSzPts val="14700"/>
              <a:buFont typeface="Times New Roman"/>
              <a:buNone/>
              <a:defRPr/>
            </a:lvl2pPr>
            <a:lvl3pPr lvl="2" algn="ctr">
              <a:lnSpc>
                <a:spcPct val="100000"/>
              </a:lnSpc>
              <a:spcBef>
                <a:spcPts val="2520"/>
              </a:spcBef>
              <a:spcAft>
                <a:spcPts val="0"/>
              </a:spcAft>
              <a:buClr>
                <a:schemeClr val="dk1"/>
              </a:buClr>
              <a:buSzPts val="12600"/>
              <a:buFont typeface="Times New Roman"/>
              <a:buNone/>
              <a:defRPr/>
            </a:lvl3pPr>
            <a:lvl4pPr lvl="3" algn="ctr">
              <a:lnSpc>
                <a:spcPct val="100000"/>
              </a:lnSpc>
              <a:spcBef>
                <a:spcPts val="2100"/>
              </a:spcBef>
              <a:spcAft>
                <a:spcPts val="0"/>
              </a:spcAft>
              <a:buClr>
                <a:schemeClr val="dk1"/>
              </a:buClr>
              <a:buSzPts val="10500"/>
              <a:buFont typeface="Times New Roman"/>
              <a:buNone/>
              <a:defRPr/>
            </a:lvl4pPr>
            <a:lvl5pPr lvl="4" algn="ctr">
              <a:lnSpc>
                <a:spcPct val="100000"/>
              </a:lnSpc>
              <a:spcBef>
                <a:spcPts val="2100"/>
              </a:spcBef>
              <a:spcAft>
                <a:spcPts val="0"/>
              </a:spcAft>
              <a:buClr>
                <a:schemeClr val="dk1"/>
              </a:buClr>
              <a:buSzPts val="10500"/>
              <a:buFont typeface="Times New Roman"/>
              <a:buNone/>
              <a:defRPr/>
            </a:lvl5pPr>
            <a:lvl6pPr lvl="5" algn="ctr">
              <a:lnSpc>
                <a:spcPct val="100000"/>
              </a:lnSpc>
              <a:spcBef>
                <a:spcPts val="2100"/>
              </a:spcBef>
              <a:spcAft>
                <a:spcPts val="0"/>
              </a:spcAft>
              <a:buClr>
                <a:schemeClr val="dk1"/>
              </a:buClr>
              <a:buSzPts val="10500"/>
              <a:buFont typeface="Times New Roman"/>
              <a:buNone/>
              <a:defRPr/>
            </a:lvl6pPr>
            <a:lvl7pPr lvl="6" algn="ctr">
              <a:lnSpc>
                <a:spcPct val="100000"/>
              </a:lnSpc>
              <a:spcBef>
                <a:spcPts val="2100"/>
              </a:spcBef>
              <a:spcAft>
                <a:spcPts val="0"/>
              </a:spcAft>
              <a:buClr>
                <a:schemeClr val="dk1"/>
              </a:buClr>
              <a:buSzPts val="10500"/>
              <a:buFont typeface="Times New Roman"/>
              <a:buNone/>
              <a:defRPr/>
            </a:lvl7pPr>
            <a:lvl8pPr lvl="7" algn="ctr">
              <a:lnSpc>
                <a:spcPct val="100000"/>
              </a:lnSpc>
              <a:spcBef>
                <a:spcPts val="2100"/>
              </a:spcBef>
              <a:spcAft>
                <a:spcPts val="0"/>
              </a:spcAft>
              <a:buClr>
                <a:schemeClr val="dk1"/>
              </a:buClr>
              <a:buSzPts val="10500"/>
              <a:buFont typeface="Times New Roman"/>
              <a:buNone/>
              <a:defRPr/>
            </a:lvl8pPr>
            <a:lvl9pPr lvl="8" algn="ctr">
              <a:lnSpc>
                <a:spcPct val="100000"/>
              </a:lnSpc>
              <a:spcBef>
                <a:spcPts val="2100"/>
              </a:spcBef>
              <a:spcAft>
                <a:spcPts val="0"/>
              </a:spcAft>
              <a:buClr>
                <a:schemeClr val="dk1"/>
              </a:buClr>
              <a:buSzPts val="10500"/>
              <a:buFont typeface="Times New Roman"/>
              <a:buNone/>
              <a:defRPr/>
            </a:lvl9pPr>
          </a:lstStyle>
          <a:p>
            <a:endParaRPr/>
          </a:p>
        </p:txBody>
      </p:sp>
      <p:sp>
        <p:nvSpPr>
          <p:cNvPr id="81" name="Google Shape;81;p13"/>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290887" y="2925762"/>
            <a:ext cx="37309425" cy="5486400"/>
          </a:xfrm>
          <a:prstGeom prst="rect">
            <a:avLst/>
          </a:prstGeom>
          <a:noFill/>
          <a:ln>
            <a:noFill/>
          </a:ln>
        </p:spPr>
        <p:txBody>
          <a:bodyPr spcFirstLastPara="1" wrap="square" lIns="480700" tIns="240350" rIns="480700" bIns="240350" anchor="ctr" anchorCtr="0">
            <a:noAutofit/>
          </a:bodyPr>
          <a:lstStyle>
            <a:lvl1pPr marR="0" lvl="0"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23100" b="0" i="0" u="none" strike="noStrike" cap="none">
                <a:solidFill>
                  <a:schemeClr val="dk2"/>
                </a:solidFill>
                <a:latin typeface="Times New Roman"/>
                <a:ea typeface="Times New Roman"/>
                <a:cs typeface="Times New Roman"/>
                <a:sym typeface="Times New Roman"/>
              </a:defRPr>
            </a:lvl9pPr>
          </a:lstStyle>
          <a:p>
            <a:endParaRPr/>
          </a:p>
        </p:txBody>
      </p:sp>
      <p:sp>
        <p:nvSpPr>
          <p:cNvPr id="11" name="Google Shape;11;p2"/>
          <p:cNvSpPr txBox="1">
            <a:spLocks noGrp="1"/>
          </p:cNvSpPr>
          <p:nvPr>
            <p:ph type="body" idx="1"/>
          </p:nvPr>
        </p:nvSpPr>
        <p:spPr>
          <a:xfrm>
            <a:off x="3290887" y="9510712"/>
            <a:ext cx="37309425" cy="19750087"/>
          </a:xfrm>
          <a:prstGeom prst="rect">
            <a:avLst/>
          </a:prstGeom>
          <a:noFill/>
          <a:ln>
            <a:noFill/>
          </a:ln>
        </p:spPr>
        <p:txBody>
          <a:bodyPr spcFirstLastPara="1" wrap="square" lIns="480700" tIns="240350" rIns="480700" bIns="240350" anchor="t" anchorCtr="0">
            <a:noAutofit/>
          </a:bodyPr>
          <a:lstStyle>
            <a:lvl1pPr marL="457200" marR="0" lvl="0" indent="-1295400" algn="l" rtl="0">
              <a:lnSpc>
                <a:spcPct val="100000"/>
              </a:lnSpc>
              <a:spcBef>
                <a:spcPts val="3360"/>
              </a:spcBef>
              <a:spcAft>
                <a:spcPts val="0"/>
              </a:spcAft>
              <a:buClr>
                <a:schemeClr val="dk1"/>
              </a:buClr>
              <a:buSzPts val="16800"/>
              <a:buFont typeface="Times New Roman"/>
              <a:buChar char="•"/>
              <a:defRPr sz="16800" b="0" i="0" u="none" strike="noStrike" cap="none">
                <a:solidFill>
                  <a:schemeClr val="dk1"/>
                </a:solidFill>
                <a:latin typeface="Times New Roman"/>
                <a:ea typeface="Times New Roman"/>
                <a:cs typeface="Times New Roman"/>
                <a:sym typeface="Times New Roman"/>
              </a:defRPr>
            </a:lvl1pPr>
            <a:lvl2pPr marL="914400" marR="0" lvl="1" indent="-1162050" algn="l" rtl="0">
              <a:lnSpc>
                <a:spcPct val="100000"/>
              </a:lnSpc>
              <a:spcBef>
                <a:spcPts val="2940"/>
              </a:spcBef>
              <a:spcAft>
                <a:spcPts val="0"/>
              </a:spcAft>
              <a:buClr>
                <a:schemeClr val="dk1"/>
              </a:buClr>
              <a:buSzPts val="14700"/>
              <a:buFont typeface="Times New Roman"/>
              <a:buChar char="–"/>
              <a:defRPr sz="14700" b="0" i="0" u="none" strike="noStrike" cap="none">
                <a:solidFill>
                  <a:schemeClr val="dk1"/>
                </a:solidFill>
                <a:latin typeface="Times New Roman"/>
                <a:ea typeface="Times New Roman"/>
                <a:cs typeface="Times New Roman"/>
                <a:sym typeface="Times New Roman"/>
              </a:defRPr>
            </a:lvl2pPr>
            <a:lvl3pPr marL="1371600" marR="0" lvl="2" indent="-1028700" algn="l" rtl="0">
              <a:lnSpc>
                <a:spcPct val="100000"/>
              </a:lnSpc>
              <a:spcBef>
                <a:spcPts val="2520"/>
              </a:spcBef>
              <a:spcAft>
                <a:spcPts val="0"/>
              </a:spcAft>
              <a:buClr>
                <a:schemeClr val="dk1"/>
              </a:buClr>
              <a:buSzPts val="12600"/>
              <a:buFont typeface="Times New Roman"/>
              <a:buChar char="•"/>
              <a:defRPr sz="12600" b="0" i="0" u="none" strike="noStrike" cap="none">
                <a:solidFill>
                  <a:schemeClr val="dk1"/>
                </a:solidFill>
                <a:latin typeface="Times New Roman"/>
                <a:ea typeface="Times New Roman"/>
                <a:cs typeface="Times New Roman"/>
                <a:sym typeface="Times New Roman"/>
              </a:defRPr>
            </a:lvl3pPr>
            <a:lvl4pPr marL="1828800" marR="0" lvl="3"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4pPr>
            <a:lvl5pPr marL="2286000" marR="0" lvl="4"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5pPr>
            <a:lvl6pPr marL="2743200" marR="0" lvl="5"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6pPr>
            <a:lvl7pPr marL="3200400" marR="0" lvl="6"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7pPr>
            <a:lvl8pPr marL="3657600" marR="0" lvl="7"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8pPr>
            <a:lvl9pPr marL="4114800" marR="0" lvl="8" indent="-895350" algn="l" rtl="0">
              <a:lnSpc>
                <a:spcPct val="100000"/>
              </a:lnSpc>
              <a:spcBef>
                <a:spcPts val="2100"/>
              </a:spcBef>
              <a:spcAft>
                <a:spcPts val="0"/>
              </a:spcAft>
              <a:buClr>
                <a:schemeClr val="dk1"/>
              </a:buClr>
              <a:buSzPts val="10500"/>
              <a:buFont typeface="Times New Roman"/>
              <a:buChar char="»"/>
              <a:defRPr sz="105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2"/>
          <p:cNvSpPr txBox="1">
            <a:spLocks noGrp="1"/>
          </p:cNvSpPr>
          <p:nvPr>
            <p:ph type="dt" idx="10"/>
          </p:nvPr>
        </p:nvSpPr>
        <p:spPr>
          <a:xfrm>
            <a:off x="3290887" y="29992637"/>
            <a:ext cx="9144000" cy="2193925"/>
          </a:xfrm>
          <a:prstGeom prst="rect">
            <a:avLst/>
          </a:prstGeom>
          <a:noFill/>
          <a:ln>
            <a:noFill/>
          </a:ln>
        </p:spPr>
        <p:txBody>
          <a:bodyPr spcFirstLastPara="1" wrap="square" lIns="480700" tIns="240350" rIns="480700" bIns="240350" anchor="t" anchorCtr="0">
            <a:noAutofit/>
          </a:bodyPr>
          <a:lstStyle>
            <a:lvl1pPr marR="0" lvl="0"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9pPr>
          </a:lstStyle>
          <a:p>
            <a:endParaRPr/>
          </a:p>
        </p:txBody>
      </p:sp>
      <p:sp>
        <p:nvSpPr>
          <p:cNvPr id="13" name="Google Shape;13;p2"/>
          <p:cNvSpPr txBox="1">
            <a:spLocks noGrp="1"/>
          </p:cNvSpPr>
          <p:nvPr>
            <p:ph type="ftr" idx="11"/>
          </p:nvPr>
        </p:nvSpPr>
        <p:spPr>
          <a:xfrm>
            <a:off x="14997112" y="29992637"/>
            <a:ext cx="13896975" cy="2193925"/>
          </a:xfrm>
          <a:prstGeom prst="rect">
            <a:avLst/>
          </a:prstGeom>
          <a:noFill/>
          <a:ln>
            <a:noFill/>
          </a:ln>
        </p:spPr>
        <p:txBody>
          <a:bodyPr spcFirstLastPara="1" wrap="square" lIns="480700" tIns="240350" rIns="480700" bIns="240350" anchor="t" anchorCtr="0">
            <a:noAutofit/>
          </a:bodyPr>
          <a:lstStyle>
            <a:lvl1pPr marR="0" lvl="0"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8000" b="1" i="0" u="none" strike="noStrike" cap="none">
                <a:solidFill>
                  <a:schemeClr val="dk1"/>
                </a:solidFill>
                <a:latin typeface="Times New Roman"/>
                <a:ea typeface="Times New Roman"/>
                <a:cs typeface="Times New Roman"/>
                <a:sym typeface="Times New Roman"/>
              </a:defRPr>
            </a:lvl9pPr>
          </a:lstStyle>
          <a:p>
            <a:endParaRPr/>
          </a:p>
        </p:txBody>
      </p:sp>
      <p:sp>
        <p:nvSpPr>
          <p:cNvPr id="14" name="Google Shape;14;p2"/>
          <p:cNvSpPr txBox="1">
            <a:spLocks noGrp="1"/>
          </p:cNvSpPr>
          <p:nvPr>
            <p:ph type="sldNum" idx="12"/>
          </p:nvPr>
        </p:nvSpPr>
        <p:spPr>
          <a:xfrm>
            <a:off x="31456312" y="29992637"/>
            <a:ext cx="9144000" cy="2193925"/>
          </a:xfrm>
          <a:prstGeom prst="rect">
            <a:avLst/>
          </a:prstGeom>
          <a:noFill/>
          <a:ln>
            <a:noFill/>
          </a:ln>
        </p:spPr>
        <p:txBody>
          <a:bodyPr spcFirstLastPara="1" wrap="square" lIns="480700" tIns="240350" rIns="480700" bIns="240350" anchor="t" anchorCtr="0">
            <a:noAutofit/>
          </a:bodyPr>
          <a:lstStyle>
            <a:lvl1pPr marL="0" marR="0" lvl="0"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chemeClr val="dk1"/>
              </a:buClr>
              <a:buSzPts val="7400"/>
              <a:buFont typeface="Times New Roman"/>
              <a:buNone/>
              <a:defRPr sz="7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1"/>
          <p:cNvSpPr txBox="1"/>
          <p:nvPr/>
        </p:nvSpPr>
        <p:spPr>
          <a:xfrm>
            <a:off x="15568612" y="1743075"/>
            <a:ext cx="14549400" cy="924000"/>
          </a:xfrm>
          <a:prstGeom prst="rect">
            <a:avLst/>
          </a:prstGeom>
          <a:solidFill>
            <a:srgbClr val="FFCC99">
              <a:alpha val="35294"/>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5400"/>
              <a:buFont typeface="Times New Roman"/>
              <a:buNone/>
            </a:pPr>
            <a:r>
              <a:rPr lang="en-US" sz="5400" b="1" i="0" u="none" strike="noStrike" cap="none">
                <a:solidFill>
                  <a:schemeClr val="dk1"/>
                </a:solidFill>
                <a:latin typeface="Times New Roman"/>
                <a:ea typeface="Times New Roman"/>
                <a:cs typeface="Times New Roman"/>
                <a:sym typeface="Times New Roman"/>
              </a:rPr>
              <a:t>Your Full Name and My Full Name (54)</a:t>
            </a:r>
            <a:endParaRPr sz="1400" b="0" i="0" u="none" strike="noStrike" cap="none">
              <a:solidFill>
                <a:srgbClr val="000000"/>
              </a:solidFill>
              <a:latin typeface="Arial"/>
              <a:ea typeface="Arial"/>
              <a:cs typeface="Arial"/>
              <a:sym typeface="Arial"/>
            </a:endParaRPr>
          </a:p>
        </p:txBody>
      </p:sp>
      <p:cxnSp>
        <p:nvCxnSpPr>
          <p:cNvPr id="90" name="Google Shape;90;p1"/>
          <p:cNvCxnSpPr/>
          <p:nvPr/>
        </p:nvCxnSpPr>
        <p:spPr>
          <a:xfrm>
            <a:off x="14712950" y="4572000"/>
            <a:ext cx="279300" cy="28441800"/>
          </a:xfrm>
          <a:prstGeom prst="straightConnector1">
            <a:avLst/>
          </a:prstGeom>
          <a:noFill/>
          <a:ln w="152400" cap="flat" cmpd="sng">
            <a:solidFill>
              <a:schemeClr val="dk1"/>
            </a:solidFill>
            <a:prstDash val="solid"/>
            <a:miter lim="800000"/>
            <a:headEnd type="none" w="sm" len="sm"/>
            <a:tailEnd type="none" w="sm" len="sm"/>
          </a:ln>
        </p:spPr>
      </p:cxnSp>
      <p:cxnSp>
        <p:nvCxnSpPr>
          <p:cNvPr id="91" name="Google Shape;91;p1"/>
          <p:cNvCxnSpPr/>
          <p:nvPr/>
        </p:nvCxnSpPr>
        <p:spPr>
          <a:xfrm flipH="1">
            <a:off x="29276647" y="4514850"/>
            <a:ext cx="18900" cy="28470300"/>
          </a:xfrm>
          <a:prstGeom prst="straightConnector1">
            <a:avLst/>
          </a:prstGeom>
          <a:noFill/>
          <a:ln w="152400" cap="flat" cmpd="sng">
            <a:solidFill>
              <a:schemeClr val="dk1"/>
            </a:solidFill>
            <a:prstDash val="solid"/>
            <a:miter lim="800000"/>
            <a:headEnd type="none" w="sm" len="sm"/>
            <a:tailEnd type="none" w="sm" len="sm"/>
          </a:ln>
        </p:spPr>
      </p:cxnSp>
      <p:sp>
        <p:nvSpPr>
          <p:cNvPr id="92" name="Google Shape;92;p1"/>
          <p:cNvSpPr txBox="1"/>
          <p:nvPr/>
        </p:nvSpPr>
        <p:spPr>
          <a:xfrm>
            <a:off x="1687880" y="12004284"/>
            <a:ext cx="107442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INTRODUCTION AND BACKGROUND</a:t>
            </a:r>
            <a:endParaRPr sz="4000" b="1" i="0" u="none" strike="noStrike" cap="none">
              <a:solidFill>
                <a:schemeClr val="dk1"/>
              </a:solidFill>
              <a:latin typeface="Times New Roman"/>
              <a:ea typeface="Times New Roman"/>
              <a:cs typeface="Times New Roman"/>
              <a:sym typeface="Times New Roman"/>
            </a:endParaRPr>
          </a:p>
        </p:txBody>
      </p:sp>
      <p:sp>
        <p:nvSpPr>
          <p:cNvPr id="93" name="Google Shape;93;p1"/>
          <p:cNvSpPr txBox="1"/>
          <p:nvPr/>
        </p:nvSpPr>
        <p:spPr>
          <a:xfrm>
            <a:off x="31165800" y="5067202"/>
            <a:ext cx="98298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RESULTS</a:t>
            </a:r>
            <a:endParaRPr sz="1400" b="0" i="0" u="none" strike="noStrike" cap="none">
              <a:solidFill>
                <a:srgbClr val="000000"/>
              </a:solidFill>
              <a:latin typeface="Arial"/>
              <a:ea typeface="Arial"/>
              <a:cs typeface="Arial"/>
              <a:sym typeface="Arial"/>
            </a:endParaRPr>
          </a:p>
        </p:txBody>
      </p:sp>
      <p:sp>
        <p:nvSpPr>
          <p:cNvPr id="94" name="Google Shape;94;p1"/>
          <p:cNvSpPr txBox="1"/>
          <p:nvPr/>
        </p:nvSpPr>
        <p:spPr>
          <a:xfrm>
            <a:off x="231972" y="2819400"/>
            <a:ext cx="43129200" cy="1754286"/>
          </a:xfrm>
          <a:prstGeom prst="rect">
            <a:avLst/>
          </a:prstGeom>
          <a:solidFill>
            <a:srgbClr val="FFCC99">
              <a:alpha val="35294"/>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5400"/>
              <a:buFont typeface="Times New Roman"/>
              <a:buNone/>
            </a:pPr>
            <a:r>
              <a:rPr lang="en-US" sz="5400" b="1" i="1">
                <a:solidFill>
                  <a:schemeClr val="dk1"/>
                </a:solidFill>
                <a:latin typeface="Times New Roman"/>
                <a:ea typeface="Times New Roman"/>
                <a:cs typeface="Times New Roman"/>
                <a:sym typeface="Times New Roman"/>
              </a:rPr>
              <a:t>Ramu Battu and </a:t>
            </a:r>
            <a:r>
              <a:rPr lang="en-US" sz="5400" b="1" i="1" u="none" strike="noStrike" cap="none" dirty="0" err="1">
                <a:solidFill>
                  <a:schemeClr val="dk1"/>
                </a:solidFill>
                <a:latin typeface="Times New Roman"/>
                <a:ea typeface="Times New Roman"/>
                <a:cs typeface="Times New Roman"/>
                <a:sym typeface="Times New Roman"/>
              </a:rPr>
              <a:t>Nitaigour</a:t>
            </a:r>
            <a:r>
              <a:rPr lang="en-US" sz="5400" b="1" i="1" u="none" strike="noStrike" cap="none" dirty="0">
                <a:solidFill>
                  <a:schemeClr val="dk1"/>
                </a:solidFill>
                <a:latin typeface="Times New Roman"/>
                <a:ea typeface="Times New Roman"/>
                <a:cs typeface="Times New Roman"/>
                <a:sym typeface="Times New Roman"/>
              </a:rPr>
              <a:t> P Mahalik </a:t>
            </a:r>
            <a:endParaRPr sz="5400" b="1" i="1"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5400"/>
              <a:buFont typeface="Times New Roman"/>
              <a:buNone/>
            </a:pPr>
            <a:r>
              <a:rPr lang="en-US" sz="5400" b="1" i="1" u="none" strike="noStrike" cap="none" dirty="0">
                <a:solidFill>
                  <a:schemeClr val="dk1"/>
                </a:solidFill>
                <a:latin typeface="Times New Roman"/>
                <a:ea typeface="Times New Roman"/>
                <a:cs typeface="Times New Roman"/>
                <a:sym typeface="Times New Roman"/>
              </a:rPr>
              <a:t>Department of Industrial Technology, Jordan College of Agricultural Science and Technology, California State University, Fresno, California, USA</a:t>
            </a:r>
            <a:endParaRPr sz="1400" b="0" i="0" u="none" strike="noStrike" cap="none" dirty="0">
              <a:solidFill>
                <a:srgbClr val="000000"/>
              </a:solidFill>
              <a:latin typeface="Arial"/>
              <a:ea typeface="Arial"/>
              <a:cs typeface="Arial"/>
              <a:sym typeface="Arial"/>
            </a:endParaRPr>
          </a:p>
        </p:txBody>
      </p:sp>
      <p:sp>
        <p:nvSpPr>
          <p:cNvPr id="95" name="Google Shape;95;p1"/>
          <p:cNvSpPr txBox="1"/>
          <p:nvPr/>
        </p:nvSpPr>
        <p:spPr>
          <a:xfrm>
            <a:off x="17699862" y="5046081"/>
            <a:ext cx="84915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METHODOLOGY</a:t>
            </a:r>
            <a:endParaRPr sz="1400" b="0" i="0" u="none" strike="noStrike" cap="none">
              <a:solidFill>
                <a:srgbClr val="000000"/>
              </a:solidFill>
              <a:latin typeface="Arial"/>
              <a:ea typeface="Arial"/>
              <a:cs typeface="Arial"/>
              <a:sym typeface="Arial"/>
            </a:endParaRPr>
          </a:p>
        </p:txBody>
      </p:sp>
      <p:sp>
        <p:nvSpPr>
          <p:cNvPr id="96" name="Google Shape;96;p1"/>
          <p:cNvSpPr txBox="1"/>
          <p:nvPr/>
        </p:nvSpPr>
        <p:spPr>
          <a:xfrm>
            <a:off x="2748862" y="18142895"/>
            <a:ext cx="84915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LITERATURE REVIEW</a:t>
            </a:r>
            <a:endParaRPr sz="1400" b="0" i="0" u="none" strike="noStrike" cap="none">
              <a:solidFill>
                <a:srgbClr val="000000"/>
              </a:solidFill>
              <a:latin typeface="Arial"/>
              <a:ea typeface="Arial"/>
              <a:cs typeface="Arial"/>
              <a:sym typeface="Arial"/>
            </a:endParaRPr>
          </a:p>
        </p:txBody>
      </p:sp>
      <p:sp>
        <p:nvSpPr>
          <p:cNvPr id="97" name="Google Shape;97;p1"/>
          <p:cNvSpPr txBox="1"/>
          <p:nvPr/>
        </p:nvSpPr>
        <p:spPr>
          <a:xfrm>
            <a:off x="17030700" y="18130459"/>
            <a:ext cx="98298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DESIGNS </a:t>
            </a:r>
            <a:endParaRPr sz="1400" b="0" i="0" u="none" strike="noStrike" cap="none">
              <a:solidFill>
                <a:srgbClr val="000000"/>
              </a:solidFill>
              <a:latin typeface="Arial"/>
              <a:ea typeface="Arial"/>
              <a:cs typeface="Arial"/>
              <a:sym typeface="Arial"/>
            </a:endParaRPr>
          </a:p>
        </p:txBody>
      </p:sp>
      <p:sp>
        <p:nvSpPr>
          <p:cNvPr id="98" name="Google Shape;98;p1"/>
          <p:cNvSpPr txBox="1"/>
          <p:nvPr/>
        </p:nvSpPr>
        <p:spPr>
          <a:xfrm>
            <a:off x="31689600" y="25147869"/>
            <a:ext cx="98298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REFERENCES</a:t>
            </a:r>
            <a:endParaRPr sz="1400" b="0" i="0" u="none" strike="noStrike" cap="none">
              <a:solidFill>
                <a:srgbClr val="000000"/>
              </a:solidFill>
              <a:latin typeface="Arial"/>
              <a:ea typeface="Arial"/>
              <a:cs typeface="Arial"/>
              <a:sym typeface="Arial"/>
            </a:endParaRPr>
          </a:p>
        </p:txBody>
      </p:sp>
      <p:sp>
        <p:nvSpPr>
          <p:cNvPr id="99" name="Google Shape;99;p1"/>
          <p:cNvSpPr txBox="1"/>
          <p:nvPr/>
        </p:nvSpPr>
        <p:spPr>
          <a:xfrm>
            <a:off x="31447250" y="19038462"/>
            <a:ext cx="98298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DISCUSSION AND CONCLUSIONS</a:t>
            </a:r>
            <a:endParaRPr sz="1400" b="0" i="0" u="none" strike="noStrike" cap="none">
              <a:solidFill>
                <a:srgbClr val="000000"/>
              </a:solidFill>
              <a:latin typeface="Arial"/>
              <a:ea typeface="Arial"/>
              <a:cs typeface="Arial"/>
              <a:sym typeface="Arial"/>
            </a:endParaRPr>
          </a:p>
        </p:txBody>
      </p:sp>
      <p:sp>
        <p:nvSpPr>
          <p:cNvPr id="100" name="Google Shape;100;p1"/>
          <p:cNvSpPr txBox="1">
            <a:spLocks noGrp="1"/>
          </p:cNvSpPr>
          <p:nvPr>
            <p:ph type="title"/>
          </p:nvPr>
        </p:nvSpPr>
        <p:spPr>
          <a:xfrm>
            <a:off x="79845" y="85725"/>
            <a:ext cx="43586400" cy="2733600"/>
          </a:xfrm>
          <a:prstGeom prst="rect">
            <a:avLst/>
          </a:prstGeom>
          <a:solidFill>
            <a:srgbClr val="CCCCFF"/>
          </a:solidFill>
          <a:ln>
            <a:noFill/>
          </a:ln>
        </p:spPr>
        <p:txBody>
          <a:bodyPr spcFirstLastPara="1" wrap="square" lIns="480700" tIns="240350" rIns="480700" bIns="240350" anchor="ctr" anchorCtr="0">
            <a:noAutofit/>
          </a:bodyPr>
          <a:lstStyle/>
          <a:p>
            <a:pPr marL="0" lvl="0" indent="0" algn="ctr" rtl="0">
              <a:lnSpc>
                <a:spcPct val="90000"/>
              </a:lnSpc>
              <a:spcBef>
                <a:spcPts val="0"/>
              </a:spcBef>
              <a:spcAft>
                <a:spcPts val="0"/>
              </a:spcAft>
              <a:buClr>
                <a:schemeClr val="dk2"/>
              </a:buClr>
              <a:buSzPts val="9600"/>
              <a:buFont typeface="Times New Roman"/>
              <a:buNone/>
            </a:pPr>
            <a:r>
              <a:rPr lang="en-US" sz="9400" b="1"/>
              <a:t>Artificial Intelligence - Fine Tuning and RAG</a:t>
            </a:r>
            <a:endParaRPr sz="22900"/>
          </a:p>
        </p:txBody>
      </p:sp>
      <p:sp>
        <p:nvSpPr>
          <p:cNvPr id="101" name="Google Shape;101;p1"/>
          <p:cNvSpPr txBox="1"/>
          <p:nvPr/>
        </p:nvSpPr>
        <p:spPr>
          <a:xfrm>
            <a:off x="1622500" y="5209039"/>
            <a:ext cx="10744200" cy="708000"/>
          </a:xfrm>
          <a:prstGeom prst="rect">
            <a:avLst/>
          </a:prstGeom>
          <a:solidFill>
            <a:schemeClr val="hlink"/>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4000"/>
              <a:buFont typeface="Times New Roman"/>
              <a:buNone/>
            </a:pPr>
            <a:r>
              <a:rPr lang="en-US" sz="4000" b="1" i="0" u="none" strike="noStrike" cap="none">
                <a:solidFill>
                  <a:schemeClr val="dk1"/>
                </a:solidFill>
                <a:latin typeface="Times New Roman"/>
                <a:ea typeface="Times New Roman"/>
                <a:cs typeface="Times New Roman"/>
                <a:sym typeface="Times New Roman"/>
              </a:rPr>
              <a:t>Abstract</a:t>
            </a:r>
            <a:endParaRPr sz="4000" b="0" i="0" u="none" strike="noStrike" cap="none">
              <a:solidFill>
                <a:srgbClr val="000000"/>
              </a:solidFill>
              <a:latin typeface="Times New Roman"/>
              <a:ea typeface="Times New Roman"/>
              <a:cs typeface="Times New Roman"/>
              <a:sym typeface="Times New Roman"/>
            </a:endParaRPr>
          </a:p>
        </p:txBody>
      </p:sp>
      <p:sp>
        <p:nvSpPr>
          <p:cNvPr id="102" name="Google Shape;102;p1"/>
          <p:cNvSpPr txBox="1"/>
          <p:nvPr/>
        </p:nvSpPr>
        <p:spPr>
          <a:xfrm>
            <a:off x="589450" y="18940475"/>
            <a:ext cx="13636200" cy="136902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200"/>
              </a:spcBef>
              <a:spcAft>
                <a:spcPts val="0"/>
              </a:spcAft>
              <a:buClr>
                <a:srgbClr val="000000"/>
              </a:buClr>
              <a:buSzPts val="2300"/>
              <a:buFont typeface="Arial"/>
              <a:buNone/>
            </a:pPr>
            <a:r>
              <a:rPr lang="en-US" sz="2300">
                <a:solidFill>
                  <a:schemeClr val="dk1"/>
                </a:solidFill>
                <a:latin typeface="Times New Roman"/>
                <a:ea typeface="Times New Roman"/>
                <a:cs typeface="Times New Roman"/>
                <a:sym typeface="Times New Roman"/>
              </a:rPr>
              <a:t>Prior research done on the application and implementation of RAG (retrieval-augmented generation) and fine-tuning of AI include potential methods of RAG utilization to mitigate hallucination anomaly (Lv et al., 2026) to create a better and higher-performing AI overall, testing different modules and their performance output (Shao et al., 2023) from various prompts. Both found that RAG module implementation increased the effectivenes of the AI when answering more complex prompts (Shao et al., 2023), with an improved fine-tuning method known as ACTD (answer candidates and task decomposition) to determine whether or not the AI can generate a correct response using its own knowledge base - if the AI is unable to do so, it will then proceed to task decomposition to locate more specific answer candidates before generation. By evaluating whether or not RAG is necessary, this reduces hallucination anomaly and ensures continued model credibility (Lv et al., 2026). </a:t>
            </a: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1200"/>
              </a:spcAft>
              <a:buClr>
                <a:srgbClr val="000000"/>
              </a:buClr>
              <a:buSzPts val="2300"/>
              <a:buFont typeface="Arial"/>
              <a:buNone/>
            </a:pPr>
            <a:r>
              <a:rPr lang="en-US" sz="2300">
                <a:solidFill>
                  <a:schemeClr val="dk1"/>
                </a:solidFill>
                <a:latin typeface="Times New Roman"/>
                <a:ea typeface="Times New Roman"/>
                <a:cs typeface="Times New Roman"/>
                <a:sym typeface="Times New Roman"/>
              </a:rPr>
              <a:t>Unfortunately, despite attempts to reduce AI-hallucination anomalies using RAG and AI fine-tuning, AI is limited by cost and model stability, making it more difficult for machine learning to be actively utilized in real-time (Gao et al., 2026). Even with two iterations and RAG utilization, 10% of incorrectly generated answers come from incorrect interpretation of correctly sourced information (Shao et al., 2023). </a:t>
            </a:r>
            <a:endParaRPr sz="2300" b="0" i="0" u="none" strike="noStrike" cap="none">
              <a:solidFill>
                <a:schemeClr val="dk1"/>
              </a:solidFill>
              <a:latin typeface="Times New Roman"/>
              <a:ea typeface="Times New Roman"/>
              <a:cs typeface="Times New Roman"/>
              <a:sym typeface="Times New Roman"/>
            </a:endParaRPr>
          </a:p>
        </p:txBody>
      </p:sp>
      <p:sp>
        <p:nvSpPr>
          <p:cNvPr id="103" name="Google Shape;103;p1"/>
          <p:cNvSpPr txBox="1"/>
          <p:nvPr/>
        </p:nvSpPr>
        <p:spPr>
          <a:xfrm>
            <a:off x="282375" y="13118450"/>
            <a:ext cx="14058900" cy="4569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AI is unable to accurately process data for answer generation, leading to incorrect but plausible responses being generated, known as hallucination anomaly, coming from the LLM prioritizing fast response time over accuracy in response generation. This ultimately discredits LLMs overall and in some cases can even lead to major decision-making errors (1); because of this, it is necessary to implement RAG over multiple iterations (2) to improve response accuracy by checking generated information with external sources and validating the information internally. RAG integration done correctly can also improve overall consistency, structure, and performance of LLMs (3).</a:t>
            </a:r>
            <a:endParaRPr sz="2400" b="0" i="0" u="none" strike="noStrike" cap="none">
              <a:solidFill>
                <a:schemeClr val="dk1"/>
              </a:solidFill>
              <a:latin typeface="Times New Roman"/>
              <a:ea typeface="Times New Roman"/>
              <a:cs typeface="Times New Roman"/>
              <a:sym typeface="Times New Roman"/>
            </a:endParaRPr>
          </a:p>
        </p:txBody>
      </p:sp>
      <p:sp>
        <p:nvSpPr>
          <p:cNvPr id="104" name="Google Shape;104;p1"/>
          <p:cNvSpPr txBox="1"/>
          <p:nvPr/>
        </p:nvSpPr>
        <p:spPr>
          <a:xfrm>
            <a:off x="225075" y="6368576"/>
            <a:ext cx="14311800" cy="53517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This poster focuses on the application of retrieval-augmented generation (RAG) and fine-tuning to large language models (LLMs) of artificial intelligence to increase accuracy and decrease hallucination anomaly for better model credibility. The use of iterative methods allows for LLMs to pull information from an already-existing knowledge base and check the information generated with external sources, but without a way to determine whether or not the information is "correct" often leads to repeated information or irrelevant knowledge generated alongside a response. To refine and enhance the process, task decomposition with answer candidates (ACTD) is applied, with each additional iteration helping to refine the retrieval of more (if necessary) information.</a:t>
            </a: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p:txBody>
      </p:sp>
      <p:cxnSp>
        <p:nvCxnSpPr>
          <p:cNvPr id="105" name="Google Shape;105;p1"/>
          <p:cNvCxnSpPr/>
          <p:nvPr/>
        </p:nvCxnSpPr>
        <p:spPr>
          <a:xfrm>
            <a:off x="14162225" y="32976925"/>
            <a:ext cx="16064100" cy="0"/>
          </a:xfrm>
          <a:prstGeom prst="straightConnector1">
            <a:avLst/>
          </a:prstGeom>
          <a:noFill/>
          <a:ln w="9525" cap="flat" cmpd="sng">
            <a:solidFill>
              <a:schemeClr val="dk2"/>
            </a:solidFill>
            <a:prstDash val="solid"/>
            <a:round/>
            <a:headEnd type="none" w="sm" len="sm"/>
            <a:tailEnd type="none" w="sm" len="sm"/>
          </a:ln>
        </p:spPr>
      </p:cxnSp>
      <p:sp>
        <p:nvSpPr>
          <p:cNvPr id="106" name="Google Shape;106;p1"/>
          <p:cNvSpPr txBox="1"/>
          <p:nvPr/>
        </p:nvSpPr>
        <p:spPr>
          <a:xfrm>
            <a:off x="29786400" y="26136600"/>
            <a:ext cx="13636200" cy="64941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Gao, Qianfa, et al. “Multitask Fine-Tuning Agentic AI Based Collaborative Scheduling for Flexible Manufacturing Systems.” Journal of Manufacturing Systems, vol. 86, June 2026, pp. 864–886, https://doi.org/10.1016/j.jmsy.2026.04.022. Accessed 17 Apr. 2026.</a:t>
            </a:r>
            <a:endParaRPr sz="23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Lv, Jinxin, et al. “Dual-Strategy Retrieval-Augmented Generation for Anomaly Recovery in Large Language Models.” Pattern Recognition, vol. 178, Oct. 2026, p. 113430, https://doi.org/10.1016/j.patcog.2026.113430. Accessed 16 Apr. 2026.</a:t>
            </a:r>
            <a:endParaRPr sz="2300">
              <a:solidFill>
                <a:schemeClr val="dk1"/>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Shao, Zhihong, et al. Enhancing Retrieval-Augmented Large Language Models with Iterative Retrieval-Generation Synergy. 2023.</a:t>
            </a:r>
            <a:endParaRPr sz="2300">
              <a:solidFill>
                <a:schemeClr val="dk1"/>
              </a:solidFill>
              <a:latin typeface="Times New Roman"/>
              <a:ea typeface="Times New Roman"/>
              <a:cs typeface="Times New Roman"/>
              <a:sym typeface="Times New Roman"/>
            </a:endParaRPr>
          </a:p>
          <a:p>
            <a:pPr marL="0" marR="0" lvl="0" indent="0" algn="just" rtl="0">
              <a:lnSpc>
                <a:spcPct val="115000"/>
              </a:lnSpc>
              <a:spcBef>
                <a:spcPts val="1200"/>
              </a:spcBef>
              <a:spcAft>
                <a:spcPts val="1200"/>
              </a:spcAft>
              <a:buClr>
                <a:srgbClr val="000000"/>
              </a:buClr>
              <a:buSzPts val="2300"/>
              <a:buFont typeface="Arial"/>
              <a:buNone/>
            </a:pPr>
            <a:endParaRPr sz="2300">
              <a:solidFill>
                <a:schemeClr val="dk1"/>
              </a:solidFill>
              <a:latin typeface="Times New Roman"/>
              <a:ea typeface="Times New Roman"/>
              <a:cs typeface="Times New Roman"/>
              <a:sym typeface="Times New Roman"/>
            </a:endParaRPr>
          </a:p>
        </p:txBody>
      </p:sp>
      <p:sp>
        <p:nvSpPr>
          <p:cNvPr id="107" name="Google Shape;107;p1"/>
          <p:cNvSpPr txBox="1"/>
          <p:nvPr/>
        </p:nvSpPr>
        <p:spPr>
          <a:xfrm>
            <a:off x="15006450" y="5917050"/>
            <a:ext cx="14058900" cy="117711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If the question is shown as q, the LLM will repeat retrieval generation for a given T iterations and prompt an output with both the retrieved paragraphs (D) and the question (q) in the answer. By using the retrieved paragraphs in tandem with the initial generated response, the LLM is meant to produce an optimized response so that more necessary information can be retrieved. Different LLM models was prompted with a question and its response predicted alongside, to compare the generated answer. Additional iterations are added to determine if the answer will become more comprehensive and applicable with every iteration; however, the LLM will not summarize previous documents to reduce summarization errors. </a:t>
            </a: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Additionally, a hybrid approach using the LLM to check whether or not existing information is acceptable before applying RAG allows for energy conservation and enhancement of already-existing memory and knowledge with RAG. </a:t>
            </a: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p:txBody>
      </p:sp>
      <p:pic>
        <p:nvPicPr>
          <p:cNvPr id="108" name="Google Shape;108;p1"/>
          <p:cNvPicPr preferRelativeResize="0"/>
          <p:nvPr/>
        </p:nvPicPr>
        <p:blipFill>
          <a:blip r:embed="rId3">
            <a:alphaModFix/>
          </a:blip>
          <a:stretch>
            <a:fillRect/>
          </a:stretch>
        </p:blipFill>
        <p:spPr>
          <a:xfrm>
            <a:off x="29447952" y="5927599"/>
            <a:ext cx="14058899" cy="5065568"/>
          </a:xfrm>
          <a:prstGeom prst="rect">
            <a:avLst/>
          </a:prstGeom>
          <a:noFill/>
          <a:ln>
            <a:noFill/>
          </a:ln>
        </p:spPr>
      </p:pic>
      <p:pic>
        <p:nvPicPr>
          <p:cNvPr id="109" name="Google Shape;109;p1"/>
          <p:cNvPicPr preferRelativeResize="0"/>
          <p:nvPr/>
        </p:nvPicPr>
        <p:blipFill>
          <a:blip r:embed="rId4">
            <a:alphaModFix/>
          </a:blip>
          <a:stretch>
            <a:fillRect/>
          </a:stretch>
        </p:blipFill>
        <p:spPr>
          <a:xfrm>
            <a:off x="15677750" y="9136516"/>
            <a:ext cx="12237650" cy="1151350"/>
          </a:xfrm>
          <a:prstGeom prst="rect">
            <a:avLst/>
          </a:prstGeom>
          <a:noFill/>
          <a:ln>
            <a:noFill/>
          </a:ln>
        </p:spPr>
      </p:pic>
      <p:sp>
        <p:nvSpPr>
          <p:cNvPr id="110" name="Google Shape;110;p1"/>
          <p:cNvSpPr txBox="1"/>
          <p:nvPr/>
        </p:nvSpPr>
        <p:spPr>
          <a:xfrm>
            <a:off x="15082650" y="19099650"/>
            <a:ext cx="14058900" cy="117711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Answer quality is evaluated using validity and compared to other generated answers to determine which is best - that is, the answer that is not only correct but supported by relevant explanations using a point system. The answer with the highest point ranking becomes integrated into the final answer, or is the final answer in the case of only one question. However, for appropriate accuracy, it is necessary to break down even single-sentence questions to properly retrieve the correct information.</a:t>
            </a: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p:txBody>
      </p:sp>
      <p:sp>
        <p:nvSpPr>
          <p:cNvPr id="111" name="Google Shape;111;p1"/>
          <p:cNvSpPr txBox="1"/>
          <p:nvPr/>
        </p:nvSpPr>
        <p:spPr>
          <a:xfrm>
            <a:off x="29616225" y="11145575"/>
            <a:ext cx="14058900" cy="76320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After asking four different LLM models, this shows the accuracy percentage after one iteration under ‘Self-Ask’ and after two iterations under ‘Iter-RetGen’; in almost every case, it can be shown that Iter-RetGen outperforms Self-Ask. The CoT portion determines which questions are answered correctly without additional retrieval; it can also be shown that in cases with retrieval, answer accuracy increases by a large margin and is consistently more accurate even if there is no answer retrieved (in some cases, even without an answer the accuracy of using retrieval is about the same). However, when involving ACTD next to Iter-RetGen, it can be said that ACTD performs at or above Iter-RetGen using the same LLM models, proving that breakdown of questions leads to more accurate answers.</a:t>
            </a: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p:txBody>
      </p:sp>
      <p:pic>
        <p:nvPicPr>
          <p:cNvPr id="112" name="Google Shape;112;p1"/>
          <p:cNvPicPr preferRelativeResize="0"/>
          <p:nvPr/>
        </p:nvPicPr>
        <p:blipFill>
          <a:blip r:embed="rId5">
            <a:alphaModFix/>
          </a:blip>
          <a:stretch>
            <a:fillRect/>
          </a:stretch>
        </p:blipFill>
        <p:spPr>
          <a:xfrm>
            <a:off x="16326984" y="11836617"/>
            <a:ext cx="11303552" cy="6032630"/>
          </a:xfrm>
          <a:prstGeom prst="rect">
            <a:avLst/>
          </a:prstGeom>
          <a:noFill/>
          <a:ln>
            <a:noFill/>
          </a:ln>
        </p:spPr>
      </p:pic>
      <p:pic>
        <p:nvPicPr>
          <p:cNvPr id="113" name="Google Shape;113;p1"/>
          <p:cNvPicPr preferRelativeResize="0"/>
          <p:nvPr/>
        </p:nvPicPr>
        <p:blipFill>
          <a:blip r:embed="rId6">
            <a:alphaModFix/>
          </a:blip>
          <a:stretch>
            <a:fillRect/>
          </a:stretch>
        </p:blipFill>
        <p:spPr>
          <a:xfrm>
            <a:off x="16989376" y="21542580"/>
            <a:ext cx="10290125" cy="2474050"/>
          </a:xfrm>
          <a:prstGeom prst="rect">
            <a:avLst/>
          </a:prstGeom>
          <a:noFill/>
          <a:ln>
            <a:noFill/>
          </a:ln>
        </p:spPr>
      </p:pic>
      <p:pic>
        <p:nvPicPr>
          <p:cNvPr id="114" name="Google Shape;114;p1"/>
          <p:cNvPicPr preferRelativeResize="0"/>
          <p:nvPr/>
        </p:nvPicPr>
        <p:blipFill>
          <a:blip r:embed="rId7">
            <a:alphaModFix/>
          </a:blip>
          <a:stretch>
            <a:fillRect/>
          </a:stretch>
        </p:blipFill>
        <p:spPr>
          <a:xfrm>
            <a:off x="17346885" y="24394662"/>
            <a:ext cx="10084879" cy="5096607"/>
          </a:xfrm>
          <a:prstGeom prst="rect">
            <a:avLst/>
          </a:prstGeom>
          <a:noFill/>
          <a:ln>
            <a:noFill/>
          </a:ln>
        </p:spPr>
      </p:pic>
      <p:pic>
        <p:nvPicPr>
          <p:cNvPr id="115" name="Google Shape;115;p1"/>
          <p:cNvPicPr preferRelativeResize="0"/>
          <p:nvPr/>
        </p:nvPicPr>
        <p:blipFill>
          <a:blip r:embed="rId8">
            <a:alphaModFix/>
          </a:blip>
          <a:stretch>
            <a:fillRect/>
          </a:stretch>
        </p:blipFill>
        <p:spPr>
          <a:xfrm>
            <a:off x="32927922" y="14882837"/>
            <a:ext cx="8067675" cy="4057650"/>
          </a:xfrm>
          <a:prstGeom prst="rect">
            <a:avLst/>
          </a:prstGeom>
          <a:noFill/>
          <a:ln>
            <a:noFill/>
          </a:ln>
        </p:spPr>
      </p:pic>
      <p:sp>
        <p:nvSpPr>
          <p:cNvPr id="116" name="Google Shape;116;p1"/>
          <p:cNvSpPr txBox="1"/>
          <p:nvPr/>
        </p:nvSpPr>
        <p:spPr>
          <a:xfrm>
            <a:off x="29607806" y="20007325"/>
            <a:ext cx="14058900" cy="43872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In summary, these experiments allow for researchers to determine how best to improve response accuracy and reduce LLM hallucination by reviewing different LLMs under different methods (no retrieval, one iteration - Iter-RetGen, and multiple iterations - ACDT). It was determined that the best method involved the most iterations, but this also has a detrimental affect on the LLM's memory storage as the LLM is focused on breaking down and compartmentalizing the questions and subquestions for the most accurate answer. The robustness and capacity of LLMs can be improved by using RAG and ACTD desspite the inefficiency of response generation at the current moment; additionally, improvements are being developed to increase response generation speed and LLM processing to create a reliable and quick question-answering system by reducing hallucination anomalies.</a:t>
            </a: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1187</Words>
  <Application>Microsoft Office PowerPoint</Application>
  <PresentationFormat>Custom</PresentationFormat>
  <Paragraphs>40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Default Design</vt:lpstr>
      <vt:lpstr>Artificial Intelligence - Fine Tuning and RAG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Dave Goorahoo</dc:creator>
  <cp:lastModifiedBy>ramu naidu</cp:lastModifiedBy>
  <cp:revision>1</cp:revision>
  <dcterms:created xsi:type="dcterms:W3CDTF">2000-11-02T22:21:55Z</dcterms:created>
  <dcterms:modified xsi:type="dcterms:W3CDTF">2026-04-28T21:21:08Z</dcterms:modified>
</cp:coreProperties>
</file>