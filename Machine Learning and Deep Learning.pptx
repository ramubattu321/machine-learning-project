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43891200" cy="32918400"/>
  <p:notesSz cx="6858000" cy="9710738"/>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000000"/>
          </p15:clr>
        </p15:guide>
        <p15:guide id="2" pos="13824">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 roundtripDataSignature="AMtx7mgxZS4sG9aJbPp//vA5kb4rvis36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6836292-CA55-476A-ACBF-2B394FD55DD7}">
  <a:tblStyle styleId="{56836292-CA55-476A-ACBF-2B394FD55DD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 d="100"/>
          <a:sy n="12" d="100"/>
        </p:scale>
        <p:origin x="1548" y="88"/>
      </p:cViewPr>
      <p:guideLst>
        <p:guide orient="horz" pos="10368"/>
        <p:guide pos="138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customschemas.google.com/relationships/presentationmetadata" Target="metadata"/><Relationship Id="rId3"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heme" Target="theme/theme1.xml"/><Relationship Id="rId10" Type="http://schemas.openxmlformats.org/officeDocument/2006/relationships/viewProps" Target="viewProps.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857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884612" y="0"/>
            <a:ext cx="2971800" cy="4857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003300" y="728662"/>
            <a:ext cx="4852987" cy="364013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613275"/>
            <a:ext cx="5486400" cy="4368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223375"/>
            <a:ext cx="2971800" cy="48577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884612" y="9223375"/>
            <a:ext cx="2971800" cy="4857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p:nvPr/>
        </p:nvSpPr>
        <p:spPr>
          <a:xfrm>
            <a:off x="3884612" y="9223375"/>
            <a:ext cx="2971800" cy="485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8000"/>
              <a:buFont typeface="Times New Roman"/>
              <a:buNone/>
            </a:pPr>
            <a:fld id="{00000000-1234-1234-1234-123412341234}" type="slidenum">
              <a:rPr lang="en-US" sz="8000" b="1" i="0" u="none" strike="noStrike" cap="none">
                <a:solidFill>
                  <a:srgbClr val="000000"/>
                </a:solidFill>
                <a:latin typeface="Times New Roman"/>
                <a:ea typeface="Times New Roman"/>
                <a:cs typeface="Times New Roman"/>
                <a:sym typeface="Times New Roman"/>
              </a:rPr>
              <a:t>1</a:t>
            </a:fld>
            <a:endParaRPr sz="1400" b="0" i="0" u="none" strike="noStrike" cap="none">
              <a:solidFill>
                <a:srgbClr val="000000"/>
              </a:solidFill>
              <a:latin typeface="Arial"/>
              <a:ea typeface="Arial"/>
              <a:cs typeface="Arial"/>
              <a:sym typeface="Arial"/>
            </a:endParaRPr>
          </a:p>
        </p:txBody>
      </p:sp>
      <p:sp>
        <p:nvSpPr>
          <p:cNvPr id="86" name="Google Shape;86;p1:notes"/>
          <p:cNvSpPr>
            <a:spLocks noGrp="1" noRot="1" noChangeAspect="1"/>
          </p:cNvSpPr>
          <p:nvPr>
            <p:ph type="sldImg" idx="2"/>
          </p:nvPr>
        </p:nvSpPr>
        <p:spPr>
          <a:xfrm>
            <a:off x="1003300" y="728663"/>
            <a:ext cx="4852988" cy="36401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 name="Google Shape;87;p1:notes"/>
          <p:cNvSpPr txBox="1">
            <a:spLocks noGrp="1"/>
          </p:cNvSpPr>
          <p:nvPr>
            <p:ph type="body" idx="1"/>
          </p:nvPr>
        </p:nvSpPr>
        <p:spPr>
          <a:xfrm>
            <a:off x="685800" y="4613275"/>
            <a:ext cx="5486400" cy="436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3290887" y="2925762"/>
            <a:ext cx="37309425" cy="5486400"/>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 name="Google Shape;17;p3"/>
          <p:cNvSpPr txBox="1">
            <a:spLocks noGrp="1"/>
          </p:cNvSpPr>
          <p:nvPr>
            <p:ph type="body" idx="1"/>
          </p:nvPr>
        </p:nvSpPr>
        <p:spPr>
          <a:xfrm>
            <a:off x="3290888" y="9510713"/>
            <a:ext cx="18578512" cy="19750087"/>
          </a:xfrm>
          <a:prstGeom prst="rect">
            <a:avLst/>
          </a:prstGeom>
          <a:noFill/>
          <a:ln>
            <a:noFill/>
          </a:ln>
        </p:spPr>
        <p:txBody>
          <a:bodyPr spcFirstLastPara="1" wrap="square" lIns="480700" tIns="240350" rIns="480700" bIns="240350" anchor="t" anchorCtr="0">
            <a:noAutofit/>
          </a:bodyPr>
          <a:lstStyle>
            <a:lvl1pPr marL="457200" lvl="0" indent="-406400" algn="l">
              <a:lnSpc>
                <a:spcPct val="100000"/>
              </a:lnSpc>
              <a:spcBef>
                <a:spcPts val="560"/>
              </a:spcBef>
              <a:spcAft>
                <a:spcPts val="0"/>
              </a:spcAft>
              <a:buClr>
                <a:schemeClr val="dk1"/>
              </a:buClr>
              <a:buSzPts val="2800"/>
              <a:buFont typeface="Times New Roman"/>
              <a:buChar char="•"/>
              <a:defRPr sz="2800"/>
            </a:lvl1pPr>
            <a:lvl2pPr marL="914400" lvl="1" indent="-381000" algn="l">
              <a:lnSpc>
                <a:spcPct val="100000"/>
              </a:lnSpc>
              <a:spcBef>
                <a:spcPts val="480"/>
              </a:spcBef>
              <a:spcAft>
                <a:spcPts val="0"/>
              </a:spcAft>
              <a:buClr>
                <a:schemeClr val="dk1"/>
              </a:buClr>
              <a:buSzPts val="2400"/>
              <a:buFont typeface="Times New Roman"/>
              <a:buChar char="–"/>
              <a:defRPr sz="2400"/>
            </a:lvl2pPr>
            <a:lvl3pPr marL="1371600" lvl="2" indent="-355600" algn="l">
              <a:lnSpc>
                <a:spcPct val="100000"/>
              </a:lnSpc>
              <a:spcBef>
                <a:spcPts val="400"/>
              </a:spcBef>
              <a:spcAft>
                <a:spcPts val="0"/>
              </a:spcAft>
              <a:buClr>
                <a:schemeClr val="dk1"/>
              </a:buClr>
              <a:buSzPts val="2000"/>
              <a:buFont typeface="Times New Roman"/>
              <a:buChar char="•"/>
              <a:defRPr sz="2000"/>
            </a:lvl3pPr>
            <a:lvl4pPr marL="1828800" lvl="3" indent="-342900" algn="l">
              <a:lnSpc>
                <a:spcPct val="100000"/>
              </a:lnSpc>
              <a:spcBef>
                <a:spcPts val="360"/>
              </a:spcBef>
              <a:spcAft>
                <a:spcPts val="0"/>
              </a:spcAft>
              <a:buClr>
                <a:schemeClr val="dk1"/>
              </a:buClr>
              <a:buSzPts val="1800"/>
              <a:buFont typeface="Times New Roman"/>
              <a:buChar char="–"/>
              <a:defRPr sz="1800"/>
            </a:lvl4pPr>
            <a:lvl5pPr marL="2286000" lvl="4" indent="-342900" algn="l">
              <a:lnSpc>
                <a:spcPct val="100000"/>
              </a:lnSpc>
              <a:spcBef>
                <a:spcPts val="360"/>
              </a:spcBef>
              <a:spcAft>
                <a:spcPts val="0"/>
              </a:spcAft>
              <a:buClr>
                <a:schemeClr val="dk1"/>
              </a:buClr>
              <a:buSzPts val="1800"/>
              <a:buFont typeface="Times New Roman"/>
              <a:buChar char="»"/>
              <a:defRPr sz="1800"/>
            </a:lvl5pPr>
            <a:lvl6pPr marL="2743200" lvl="5" indent="-342900" algn="l">
              <a:lnSpc>
                <a:spcPct val="100000"/>
              </a:lnSpc>
              <a:spcBef>
                <a:spcPts val="360"/>
              </a:spcBef>
              <a:spcAft>
                <a:spcPts val="0"/>
              </a:spcAft>
              <a:buClr>
                <a:schemeClr val="dk1"/>
              </a:buClr>
              <a:buSzPts val="1800"/>
              <a:buFont typeface="Times New Roman"/>
              <a:buChar char="»"/>
              <a:defRPr sz="1800"/>
            </a:lvl6pPr>
            <a:lvl7pPr marL="3200400" lvl="6" indent="-342900" algn="l">
              <a:lnSpc>
                <a:spcPct val="100000"/>
              </a:lnSpc>
              <a:spcBef>
                <a:spcPts val="360"/>
              </a:spcBef>
              <a:spcAft>
                <a:spcPts val="0"/>
              </a:spcAft>
              <a:buClr>
                <a:schemeClr val="dk1"/>
              </a:buClr>
              <a:buSzPts val="1800"/>
              <a:buFont typeface="Times New Roman"/>
              <a:buChar char="»"/>
              <a:defRPr sz="1800"/>
            </a:lvl7pPr>
            <a:lvl8pPr marL="3657600" lvl="7" indent="-342900" algn="l">
              <a:lnSpc>
                <a:spcPct val="100000"/>
              </a:lnSpc>
              <a:spcBef>
                <a:spcPts val="360"/>
              </a:spcBef>
              <a:spcAft>
                <a:spcPts val="0"/>
              </a:spcAft>
              <a:buClr>
                <a:schemeClr val="dk1"/>
              </a:buClr>
              <a:buSzPts val="1800"/>
              <a:buFont typeface="Times New Roman"/>
              <a:buChar char="»"/>
              <a:defRPr sz="1800"/>
            </a:lvl8pPr>
            <a:lvl9pPr marL="4114800" lvl="8" indent="-342900" algn="l">
              <a:lnSpc>
                <a:spcPct val="100000"/>
              </a:lnSpc>
              <a:spcBef>
                <a:spcPts val="360"/>
              </a:spcBef>
              <a:spcAft>
                <a:spcPts val="0"/>
              </a:spcAft>
              <a:buClr>
                <a:schemeClr val="dk1"/>
              </a:buClr>
              <a:buSzPts val="1800"/>
              <a:buFont typeface="Times New Roman"/>
              <a:buChar char="»"/>
              <a:defRPr sz="1800"/>
            </a:lvl9pPr>
          </a:lstStyle>
          <a:p>
            <a:endParaRPr/>
          </a:p>
        </p:txBody>
      </p:sp>
      <p:sp>
        <p:nvSpPr>
          <p:cNvPr id="18" name="Google Shape;18;p3"/>
          <p:cNvSpPr txBox="1">
            <a:spLocks noGrp="1"/>
          </p:cNvSpPr>
          <p:nvPr>
            <p:ph type="body" idx="2"/>
          </p:nvPr>
        </p:nvSpPr>
        <p:spPr>
          <a:xfrm>
            <a:off x="22021800" y="9510713"/>
            <a:ext cx="18578513" cy="19750087"/>
          </a:xfrm>
          <a:prstGeom prst="rect">
            <a:avLst/>
          </a:prstGeom>
          <a:noFill/>
          <a:ln>
            <a:noFill/>
          </a:ln>
        </p:spPr>
        <p:txBody>
          <a:bodyPr spcFirstLastPara="1" wrap="square" lIns="480700" tIns="240350" rIns="480700" bIns="240350" anchor="t" anchorCtr="0">
            <a:noAutofit/>
          </a:bodyPr>
          <a:lstStyle>
            <a:lvl1pPr marL="457200" lvl="0" indent="-406400" algn="l">
              <a:lnSpc>
                <a:spcPct val="100000"/>
              </a:lnSpc>
              <a:spcBef>
                <a:spcPts val="560"/>
              </a:spcBef>
              <a:spcAft>
                <a:spcPts val="0"/>
              </a:spcAft>
              <a:buClr>
                <a:schemeClr val="dk1"/>
              </a:buClr>
              <a:buSzPts val="2800"/>
              <a:buFont typeface="Times New Roman"/>
              <a:buChar char="•"/>
              <a:defRPr sz="2800"/>
            </a:lvl1pPr>
            <a:lvl2pPr marL="914400" lvl="1" indent="-381000" algn="l">
              <a:lnSpc>
                <a:spcPct val="100000"/>
              </a:lnSpc>
              <a:spcBef>
                <a:spcPts val="480"/>
              </a:spcBef>
              <a:spcAft>
                <a:spcPts val="0"/>
              </a:spcAft>
              <a:buClr>
                <a:schemeClr val="dk1"/>
              </a:buClr>
              <a:buSzPts val="2400"/>
              <a:buFont typeface="Times New Roman"/>
              <a:buChar char="–"/>
              <a:defRPr sz="2400"/>
            </a:lvl2pPr>
            <a:lvl3pPr marL="1371600" lvl="2" indent="-355600" algn="l">
              <a:lnSpc>
                <a:spcPct val="100000"/>
              </a:lnSpc>
              <a:spcBef>
                <a:spcPts val="400"/>
              </a:spcBef>
              <a:spcAft>
                <a:spcPts val="0"/>
              </a:spcAft>
              <a:buClr>
                <a:schemeClr val="dk1"/>
              </a:buClr>
              <a:buSzPts val="2000"/>
              <a:buFont typeface="Times New Roman"/>
              <a:buChar char="•"/>
              <a:defRPr sz="2000"/>
            </a:lvl3pPr>
            <a:lvl4pPr marL="1828800" lvl="3" indent="-342900" algn="l">
              <a:lnSpc>
                <a:spcPct val="100000"/>
              </a:lnSpc>
              <a:spcBef>
                <a:spcPts val="360"/>
              </a:spcBef>
              <a:spcAft>
                <a:spcPts val="0"/>
              </a:spcAft>
              <a:buClr>
                <a:schemeClr val="dk1"/>
              </a:buClr>
              <a:buSzPts val="1800"/>
              <a:buFont typeface="Times New Roman"/>
              <a:buChar char="–"/>
              <a:defRPr sz="1800"/>
            </a:lvl4pPr>
            <a:lvl5pPr marL="2286000" lvl="4" indent="-342900" algn="l">
              <a:lnSpc>
                <a:spcPct val="100000"/>
              </a:lnSpc>
              <a:spcBef>
                <a:spcPts val="360"/>
              </a:spcBef>
              <a:spcAft>
                <a:spcPts val="0"/>
              </a:spcAft>
              <a:buClr>
                <a:schemeClr val="dk1"/>
              </a:buClr>
              <a:buSzPts val="1800"/>
              <a:buFont typeface="Times New Roman"/>
              <a:buChar char="»"/>
              <a:defRPr sz="1800"/>
            </a:lvl5pPr>
            <a:lvl6pPr marL="2743200" lvl="5" indent="-342900" algn="l">
              <a:lnSpc>
                <a:spcPct val="100000"/>
              </a:lnSpc>
              <a:spcBef>
                <a:spcPts val="360"/>
              </a:spcBef>
              <a:spcAft>
                <a:spcPts val="0"/>
              </a:spcAft>
              <a:buClr>
                <a:schemeClr val="dk1"/>
              </a:buClr>
              <a:buSzPts val="1800"/>
              <a:buFont typeface="Times New Roman"/>
              <a:buChar char="»"/>
              <a:defRPr sz="1800"/>
            </a:lvl6pPr>
            <a:lvl7pPr marL="3200400" lvl="6" indent="-342900" algn="l">
              <a:lnSpc>
                <a:spcPct val="100000"/>
              </a:lnSpc>
              <a:spcBef>
                <a:spcPts val="360"/>
              </a:spcBef>
              <a:spcAft>
                <a:spcPts val="0"/>
              </a:spcAft>
              <a:buClr>
                <a:schemeClr val="dk1"/>
              </a:buClr>
              <a:buSzPts val="1800"/>
              <a:buFont typeface="Times New Roman"/>
              <a:buChar char="»"/>
              <a:defRPr sz="1800"/>
            </a:lvl7pPr>
            <a:lvl8pPr marL="3657600" lvl="7" indent="-342900" algn="l">
              <a:lnSpc>
                <a:spcPct val="100000"/>
              </a:lnSpc>
              <a:spcBef>
                <a:spcPts val="360"/>
              </a:spcBef>
              <a:spcAft>
                <a:spcPts val="0"/>
              </a:spcAft>
              <a:buClr>
                <a:schemeClr val="dk1"/>
              </a:buClr>
              <a:buSzPts val="1800"/>
              <a:buFont typeface="Times New Roman"/>
              <a:buChar char="»"/>
              <a:defRPr sz="1800"/>
            </a:lvl8pPr>
            <a:lvl9pPr marL="4114800" lvl="8" indent="-342900" algn="l">
              <a:lnSpc>
                <a:spcPct val="100000"/>
              </a:lnSpc>
              <a:spcBef>
                <a:spcPts val="360"/>
              </a:spcBef>
              <a:spcAft>
                <a:spcPts val="0"/>
              </a:spcAft>
              <a:buClr>
                <a:schemeClr val="dk1"/>
              </a:buClr>
              <a:buSzPts val="1800"/>
              <a:buFont typeface="Times New Roman"/>
              <a:buChar char="»"/>
              <a:defRPr sz="1800"/>
            </a:lvl9pPr>
          </a:lstStyle>
          <a:p>
            <a:endParaRPr/>
          </a:p>
        </p:txBody>
      </p:sp>
      <p:sp>
        <p:nvSpPr>
          <p:cNvPr id="19" name="Google Shape;19;p3"/>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2"/>
          <p:cNvSpPr txBox="1">
            <a:spLocks noGrp="1"/>
          </p:cNvSpPr>
          <p:nvPr>
            <p:ph type="title"/>
          </p:nvPr>
        </p:nvSpPr>
        <p:spPr>
          <a:xfrm>
            <a:off x="3290887" y="2925762"/>
            <a:ext cx="37309425" cy="5486400"/>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4" name="Google Shape;24;p12"/>
          <p:cNvSpPr txBox="1">
            <a:spLocks noGrp="1"/>
          </p:cNvSpPr>
          <p:nvPr>
            <p:ph type="body" idx="1"/>
          </p:nvPr>
        </p:nvSpPr>
        <p:spPr>
          <a:xfrm>
            <a:off x="3290887" y="9510712"/>
            <a:ext cx="37309425" cy="19750087"/>
          </a:xfrm>
          <a:prstGeom prst="rect">
            <a:avLst/>
          </a:prstGeom>
          <a:noFill/>
          <a:ln>
            <a:noFill/>
          </a:ln>
        </p:spPr>
        <p:txBody>
          <a:bodyPr spcFirstLastPara="1" wrap="square" lIns="480700" tIns="240350" rIns="480700" bIns="24035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 name="Google Shape;25;p12"/>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2"/>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2"/>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rot="5400000">
            <a:off x="22769513" y="11430000"/>
            <a:ext cx="26335037" cy="9326563"/>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0" name="Google Shape;30;p4"/>
          <p:cNvSpPr txBox="1">
            <a:spLocks noGrp="1"/>
          </p:cNvSpPr>
          <p:nvPr>
            <p:ph type="body" idx="1"/>
          </p:nvPr>
        </p:nvSpPr>
        <p:spPr>
          <a:xfrm rot="5400000">
            <a:off x="4038601" y="2178051"/>
            <a:ext cx="26335037" cy="27830462"/>
          </a:xfrm>
          <a:prstGeom prst="rect">
            <a:avLst/>
          </a:prstGeom>
          <a:noFill/>
          <a:ln>
            <a:noFill/>
          </a:ln>
        </p:spPr>
        <p:txBody>
          <a:bodyPr spcFirstLastPara="1" wrap="square" lIns="480700" tIns="240350" rIns="480700" bIns="24035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1" name="Google Shape;31;p4"/>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3290887" y="2925762"/>
            <a:ext cx="37309425" cy="5486400"/>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6" name="Google Shape;36;p5"/>
          <p:cNvSpPr txBox="1">
            <a:spLocks noGrp="1"/>
          </p:cNvSpPr>
          <p:nvPr>
            <p:ph type="body" idx="1"/>
          </p:nvPr>
        </p:nvSpPr>
        <p:spPr>
          <a:xfrm rot="5400000">
            <a:off x="12070556" y="731043"/>
            <a:ext cx="19750087" cy="37309425"/>
          </a:xfrm>
          <a:prstGeom prst="rect">
            <a:avLst/>
          </a:prstGeom>
          <a:noFill/>
          <a:ln>
            <a:noFill/>
          </a:ln>
        </p:spPr>
        <p:txBody>
          <a:bodyPr spcFirstLastPara="1" wrap="square" lIns="480700" tIns="240350" rIns="480700" bIns="24035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602663" y="23042563"/>
            <a:ext cx="26335037" cy="2720975"/>
          </a:xfrm>
          <a:prstGeom prst="rect">
            <a:avLst/>
          </a:prstGeom>
          <a:noFill/>
          <a:ln>
            <a:noFill/>
          </a:ln>
        </p:spPr>
        <p:txBody>
          <a:bodyPr spcFirstLastPara="1" wrap="square" lIns="480700" tIns="240350" rIns="480700" bIns="24035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 name="Google Shape;42;p6"/>
          <p:cNvSpPr>
            <a:spLocks noGrp="1"/>
          </p:cNvSpPr>
          <p:nvPr>
            <p:ph type="pic" idx="2"/>
          </p:nvPr>
        </p:nvSpPr>
        <p:spPr>
          <a:xfrm>
            <a:off x="8602663" y="2941638"/>
            <a:ext cx="26335037" cy="19750087"/>
          </a:xfrm>
          <a:prstGeom prst="rect">
            <a:avLst/>
          </a:prstGeom>
          <a:noFill/>
          <a:ln>
            <a:noFill/>
          </a:ln>
        </p:spPr>
      </p:sp>
      <p:sp>
        <p:nvSpPr>
          <p:cNvPr id="43" name="Google Shape;43;p6"/>
          <p:cNvSpPr txBox="1">
            <a:spLocks noGrp="1"/>
          </p:cNvSpPr>
          <p:nvPr>
            <p:ph type="body" idx="1"/>
          </p:nvPr>
        </p:nvSpPr>
        <p:spPr>
          <a:xfrm>
            <a:off x="8602663" y="25763538"/>
            <a:ext cx="26335037" cy="3862387"/>
          </a:xfrm>
          <a:prstGeom prst="rect">
            <a:avLst/>
          </a:prstGeom>
          <a:noFill/>
          <a:ln>
            <a:noFill/>
          </a:ln>
        </p:spPr>
        <p:txBody>
          <a:bodyPr spcFirstLastPara="1" wrap="square" lIns="480700" tIns="240350" rIns="480700" bIns="240350" anchor="t" anchorCtr="0">
            <a:noAutofit/>
          </a:bodyPr>
          <a:lstStyle>
            <a:lvl1pPr marL="457200" lvl="0" indent="-228600" algn="l">
              <a:lnSpc>
                <a:spcPct val="100000"/>
              </a:lnSpc>
              <a:spcBef>
                <a:spcPts val="280"/>
              </a:spcBef>
              <a:spcAft>
                <a:spcPts val="0"/>
              </a:spcAft>
              <a:buClr>
                <a:schemeClr val="dk1"/>
              </a:buClr>
              <a:buSzPts val="1400"/>
              <a:buFont typeface="Times New Roman"/>
              <a:buNone/>
              <a:defRPr sz="1400"/>
            </a:lvl1pPr>
            <a:lvl2pPr marL="914400" lvl="1" indent="-228600" algn="l">
              <a:lnSpc>
                <a:spcPct val="100000"/>
              </a:lnSpc>
              <a:spcBef>
                <a:spcPts val="240"/>
              </a:spcBef>
              <a:spcAft>
                <a:spcPts val="0"/>
              </a:spcAft>
              <a:buClr>
                <a:schemeClr val="dk1"/>
              </a:buClr>
              <a:buSzPts val="1200"/>
              <a:buFont typeface="Times New Roman"/>
              <a:buNone/>
              <a:defRPr sz="1200"/>
            </a:lvl2pPr>
            <a:lvl3pPr marL="1371600" lvl="2" indent="-228600" algn="l">
              <a:lnSpc>
                <a:spcPct val="100000"/>
              </a:lnSpc>
              <a:spcBef>
                <a:spcPts val="200"/>
              </a:spcBef>
              <a:spcAft>
                <a:spcPts val="0"/>
              </a:spcAft>
              <a:buClr>
                <a:schemeClr val="dk1"/>
              </a:buClr>
              <a:buSzPts val="1000"/>
              <a:buFont typeface="Times New Roman"/>
              <a:buNone/>
              <a:defRPr sz="1000"/>
            </a:lvl3pPr>
            <a:lvl4pPr marL="1828800" lvl="3" indent="-228600" algn="l">
              <a:lnSpc>
                <a:spcPct val="100000"/>
              </a:lnSpc>
              <a:spcBef>
                <a:spcPts val="180"/>
              </a:spcBef>
              <a:spcAft>
                <a:spcPts val="0"/>
              </a:spcAft>
              <a:buClr>
                <a:schemeClr val="dk1"/>
              </a:buClr>
              <a:buSzPts val="900"/>
              <a:buFont typeface="Times New Roman"/>
              <a:buNone/>
              <a:defRPr sz="900"/>
            </a:lvl4pPr>
            <a:lvl5pPr marL="2286000" lvl="4" indent="-228600" algn="l">
              <a:lnSpc>
                <a:spcPct val="100000"/>
              </a:lnSpc>
              <a:spcBef>
                <a:spcPts val="180"/>
              </a:spcBef>
              <a:spcAft>
                <a:spcPts val="0"/>
              </a:spcAft>
              <a:buClr>
                <a:schemeClr val="dk1"/>
              </a:buClr>
              <a:buSzPts val="900"/>
              <a:buFont typeface="Times New Roman"/>
              <a:buNone/>
              <a:defRPr sz="900"/>
            </a:lvl5pPr>
            <a:lvl6pPr marL="2743200" lvl="5" indent="-228600" algn="l">
              <a:lnSpc>
                <a:spcPct val="100000"/>
              </a:lnSpc>
              <a:spcBef>
                <a:spcPts val="180"/>
              </a:spcBef>
              <a:spcAft>
                <a:spcPts val="0"/>
              </a:spcAft>
              <a:buClr>
                <a:schemeClr val="dk1"/>
              </a:buClr>
              <a:buSzPts val="900"/>
              <a:buFont typeface="Times New Roman"/>
              <a:buNone/>
              <a:defRPr sz="900"/>
            </a:lvl6pPr>
            <a:lvl7pPr marL="3200400" lvl="6" indent="-228600" algn="l">
              <a:lnSpc>
                <a:spcPct val="100000"/>
              </a:lnSpc>
              <a:spcBef>
                <a:spcPts val="180"/>
              </a:spcBef>
              <a:spcAft>
                <a:spcPts val="0"/>
              </a:spcAft>
              <a:buClr>
                <a:schemeClr val="dk1"/>
              </a:buClr>
              <a:buSzPts val="900"/>
              <a:buFont typeface="Times New Roman"/>
              <a:buNone/>
              <a:defRPr sz="900"/>
            </a:lvl7pPr>
            <a:lvl8pPr marL="3657600" lvl="7" indent="-228600" algn="l">
              <a:lnSpc>
                <a:spcPct val="100000"/>
              </a:lnSpc>
              <a:spcBef>
                <a:spcPts val="180"/>
              </a:spcBef>
              <a:spcAft>
                <a:spcPts val="0"/>
              </a:spcAft>
              <a:buClr>
                <a:schemeClr val="dk1"/>
              </a:buClr>
              <a:buSzPts val="900"/>
              <a:buFont typeface="Times New Roman"/>
              <a:buNone/>
              <a:defRPr sz="900"/>
            </a:lvl8pPr>
            <a:lvl9pPr marL="4114800" lvl="8" indent="-228600" algn="l">
              <a:lnSpc>
                <a:spcPct val="100000"/>
              </a:lnSpc>
              <a:spcBef>
                <a:spcPts val="180"/>
              </a:spcBef>
              <a:spcAft>
                <a:spcPts val="0"/>
              </a:spcAft>
              <a:buClr>
                <a:schemeClr val="dk1"/>
              </a:buClr>
              <a:buSzPts val="900"/>
              <a:buFont typeface="Times New Roman"/>
              <a:buNone/>
              <a:defRPr sz="900"/>
            </a:lvl9pPr>
          </a:lstStyle>
          <a:p>
            <a:endParaRPr/>
          </a:p>
        </p:txBody>
      </p:sp>
      <p:sp>
        <p:nvSpPr>
          <p:cNvPr id="44" name="Google Shape;44;p6"/>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2193925" y="1311275"/>
            <a:ext cx="14439900" cy="5576888"/>
          </a:xfrm>
          <a:prstGeom prst="rect">
            <a:avLst/>
          </a:prstGeom>
          <a:noFill/>
          <a:ln>
            <a:noFill/>
          </a:ln>
        </p:spPr>
        <p:txBody>
          <a:bodyPr spcFirstLastPara="1" wrap="square" lIns="480700" tIns="240350" rIns="480700" bIns="24035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9" name="Google Shape;49;p7"/>
          <p:cNvSpPr txBox="1">
            <a:spLocks noGrp="1"/>
          </p:cNvSpPr>
          <p:nvPr>
            <p:ph type="body" idx="1"/>
          </p:nvPr>
        </p:nvSpPr>
        <p:spPr>
          <a:xfrm>
            <a:off x="17160875" y="1311275"/>
            <a:ext cx="24536400" cy="28093988"/>
          </a:xfrm>
          <a:prstGeom prst="rect">
            <a:avLst/>
          </a:prstGeom>
          <a:noFill/>
          <a:ln>
            <a:noFill/>
          </a:ln>
        </p:spPr>
        <p:txBody>
          <a:bodyPr spcFirstLastPara="1" wrap="square" lIns="480700" tIns="240350" rIns="480700" bIns="240350" anchor="t" anchorCtr="0">
            <a:noAutofit/>
          </a:bodyPr>
          <a:lstStyle>
            <a:lvl1pPr marL="457200" lvl="0" indent="-431800" algn="l">
              <a:lnSpc>
                <a:spcPct val="100000"/>
              </a:lnSpc>
              <a:spcBef>
                <a:spcPts val="640"/>
              </a:spcBef>
              <a:spcAft>
                <a:spcPts val="0"/>
              </a:spcAft>
              <a:buClr>
                <a:schemeClr val="dk1"/>
              </a:buClr>
              <a:buSzPts val="3200"/>
              <a:buFont typeface="Times New Roman"/>
              <a:buChar char="•"/>
              <a:defRPr sz="3200"/>
            </a:lvl1pPr>
            <a:lvl2pPr marL="914400" lvl="1" indent="-406400" algn="l">
              <a:lnSpc>
                <a:spcPct val="100000"/>
              </a:lnSpc>
              <a:spcBef>
                <a:spcPts val="560"/>
              </a:spcBef>
              <a:spcAft>
                <a:spcPts val="0"/>
              </a:spcAft>
              <a:buClr>
                <a:schemeClr val="dk1"/>
              </a:buClr>
              <a:buSzPts val="2800"/>
              <a:buFont typeface="Times New Roman"/>
              <a:buChar char="–"/>
              <a:defRPr sz="2800"/>
            </a:lvl2pPr>
            <a:lvl3pPr marL="1371600" lvl="2" indent="-381000" algn="l">
              <a:lnSpc>
                <a:spcPct val="100000"/>
              </a:lnSpc>
              <a:spcBef>
                <a:spcPts val="480"/>
              </a:spcBef>
              <a:spcAft>
                <a:spcPts val="0"/>
              </a:spcAft>
              <a:buClr>
                <a:schemeClr val="dk1"/>
              </a:buClr>
              <a:buSzPts val="2400"/>
              <a:buFont typeface="Times New Roman"/>
              <a:buChar char="•"/>
              <a:defRPr sz="2400"/>
            </a:lvl3pPr>
            <a:lvl4pPr marL="1828800" lvl="3" indent="-355600" algn="l">
              <a:lnSpc>
                <a:spcPct val="100000"/>
              </a:lnSpc>
              <a:spcBef>
                <a:spcPts val="400"/>
              </a:spcBef>
              <a:spcAft>
                <a:spcPts val="0"/>
              </a:spcAft>
              <a:buClr>
                <a:schemeClr val="dk1"/>
              </a:buClr>
              <a:buSzPts val="2000"/>
              <a:buFont typeface="Times New Roman"/>
              <a:buChar char="–"/>
              <a:defRPr sz="2000"/>
            </a:lvl4pPr>
            <a:lvl5pPr marL="2286000" lvl="4" indent="-355600" algn="l">
              <a:lnSpc>
                <a:spcPct val="100000"/>
              </a:lnSpc>
              <a:spcBef>
                <a:spcPts val="400"/>
              </a:spcBef>
              <a:spcAft>
                <a:spcPts val="0"/>
              </a:spcAft>
              <a:buClr>
                <a:schemeClr val="dk1"/>
              </a:buClr>
              <a:buSzPts val="2000"/>
              <a:buFont typeface="Times New Roman"/>
              <a:buChar char="»"/>
              <a:defRPr sz="2000"/>
            </a:lvl5pPr>
            <a:lvl6pPr marL="2743200" lvl="5" indent="-355600" algn="l">
              <a:lnSpc>
                <a:spcPct val="100000"/>
              </a:lnSpc>
              <a:spcBef>
                <a:spcPts val="400"/>
              </a:spcBef>
              <a:spcAft>
                <a:spcPts val="0"/>
              </a:spcAft>
              <a:buClr>
                <a:schemeClr val="dk1"/>
              </a:buClr>
              <a:buSzPts val="2000"/>
              <a:buFont typeface="Times New Roman"/>
              <a:buChar char="»"/>
              <a:defRPr sz="2000"/>
            </a:lvl6pPr>
            <a:lvl7pPr marL="3200400" lvl="6" indent="-355600" algn="l">
              <a:lnSpc>
                <a:spcPct val="100000"/>
              </a:lnSpc>
              <a:spcBef>
                <a:spcPts val="400"/>
              </a:spcBef>
              <a:spcAft>
                <a:spcPts val="0"/>
              </a:spcAft>
              <a:buClr>
                <a:schemeClr val="dk1"/>
              </a:buClr>
              <a:buSzPts val="2000"/>
              <a:buFont typeface="Times New Roman"/>
              <a:buChar char="»"/>
              <a:defRPr sz="2000"/>
            </a:lvl7pPr>
            <a:lvl8pPr marL="3657600" lvl="7" indent="-355600" algn="l">
              <a:lnSpc>
                <a:spcPct val="100000"/>
              </a:lnSpc>
              <a:spcBef>
                <a:spcPts val="400"/>
              </a:spcBef>
              <a:spcAft>
                <a:spcPts val="0"/>
              </a:spcAft>
              <a:buClr>
                <a:schemeClr val="dk1"/>
              </a:buClr>
              <a:buSzPts val="2000"/>
              <a:buFont typeface="Times New Roman"/>
              <a:buChar char="»"/>
              <a:defRPr sz="2000"/>
            </a:lvl8pPr>
            <a:lvl9pPr marL="4114800" lvl="8" indent="-355600" algn="l">
              <a:lnSpc>
                <a:spcPct val="100000"/>
              </a:lnSpc>
              <a:spcBef>
                <a:spcPts val="400"/>
              </a:spcBef>
              <a:spcAft>
                <a:spcPts val="0"/>
              </a:spcAft>
              <a:buClr>
                <a:schemeClr val="dk1"/>
              </a:buClr>
              <a:buSzPts val="2000"/>
              <a:buFont typeface="Times New Roman"/>
              <a:buChar char="»"/>
              <a:defRPr sz="2000"/>
            </a:lvl9pPr>
          </a:lstStyle>
          <a:p>
            <a:endParaRPr/>
          </a:p>
        </p:txBody>
      </p:sp>
      <p:sp>
        <p:nvSpPr>
          <p:cNvPr id="50" name="Google Shape;50;p7"/>
          <p:cNvSpPr txBox="1">
            <a:spLocks noGrp="1"/>
          </p:cNvSpPr>
          <p:nvPr>
            <p:ph type="body" idx="2"/>
          </p:nvPr>
        </p:nvSpPr>
        <p:spPr>
          <a:xfrm>
            <a:off x="2193925" y="6888163"/>
            <a:ext cx="14439900" cy="22517100"/>
          </a:xfrm>
          <a:prstGeom prst="rect">
            <a:avLst/>
          </a:prstGeom>
          <a:noFill/>
          <a:ln>
            <a:noFill/>
          </a:ln>
        </p:spPr>
        <p:txBody>
          <a:bodyPr spcFirstLastPara="1" wrap="square" lIns="480700" tIns="240350" rIns="480700" bIns="240350" anchor="t" anchorCtr="0">
            <a:noAutofit/>
          </a:bodyPr>
          <a:lstStyle>
            <a:lvl1pPr marL="457200" lvl="0" indent="-228600" algn="l">
              <a:lnSpc>
                <a:spcPct val="100000"/>
              </a:lnSpc>
              <a:spcBef>
                <a:spcPts val="280"/>
              </a:spcBef>
              <a:spcAft>
                <a:spcPts val="0"/>
              </a:spcAft>
              <a:buClr>
                <a:schemeClr val="dk1"/>
              </a:buClr>
              <a:buSzPts val="1400"/>
              <a:buFont typeface="Times New Roman"/>
              <a:buNone/>
              <a:defRPr sz="1400"/>
            </a:lvl1pPr>
            <a:lvl2pPr marL="914400" lvl="1" indent="-228600" algn="l">
              <a:lnSpc>
                <a:spcPct val="100000"/>
              </a:lnSpc>
              <a:spcBef>
                <a:spcPts val="240"/>
              </a:spcBef>
              <a:spcAft>
                <a:spcPts val="0"/>
              </a:spcAft>
              <a:buClr>
                <a:schemeClr val="dk1"/>
              </a:buClr>
              <a:buSzPts val="1200"/>
              <a:buFont typeface="Times New Roman"/>
              <a:buNone/>
              <a:defRPr sz="1200"/>
            </a:lvl2pPr>
            <a:lvl3pPr marL="1371600" lvl="2" indent="-228600" algn="l">
              <a:lnSpc>
                <a:spcPct val="100000"/>
              </a:lnSpc>
              <a:spcBef>
                <a:spcPts val="200"/>
              </a:spcBef>
              <a:spcAft>
                <a:spcPts val="0"/>
              </a:spcAft>
              <a:buClr>
                <a:schemeClr val="dk1"/>
              </a:buClr>
              <a:buSzPts val="1000"/>
              <a:buFont typeface="Times New Roman"/>
              <a:buNone/>
              <a:defRPr sz="1000"/>
            </a:lvl3pPr>
            <a:lvl4pPr marL="1828800" lvl="3" indent="-228600" algn="l">
              <a:lnSpc>
                <a:spcPct val="100000"/>
              </a:lnSpc>
              <a:spcBef>
                <a:spcPts val="180"/>
              </a:spcBef>
              <a:spcAft>
                <a:spcPts val="0"/>
              </a:spcAft>
              <a:buClr>
                <a:schemeClr val="dk1"/>
              </a:buClr>
              <a:buSzPts val="900"/>
              <a:buFont typeface="Times New Roman"/>
              <a:buNone/>
              <a:defRPr sz="900"/>
            </a:lvl4pPr>
            <a:lvl5pPr marL="2286000" lvl="4" indent="-228600" algn="l">
              <a:lnSpc>
                <a:spcPct val="100000"/>
              </a:lnSpc>
              <a:spcBef>
                <a:spcPts val="180"/>
              </a:spcBef>
              <a:spcAft>
                <a:spcPts val="0"/>
              </a:spcAft>
              <a:buClr>
                <a:schemeClr val="dk1"/>
              </a:buClr>
              <a:buSzPts val="900"/>
              <a:buFont typeface="Times New Roman"/>
              <a:buNone/>
              <a:defRPr sz="900"/>
            </a:lvl5pPr>
            <a:lvl6pPr marL="2743200" lvl="5" indent="-228600" algn="l">
              <a:lnSpc>
                <a:spcPct val="100000"/>
              </a:lnSpc>
              <a:spcBef>
                <a:spcPts val="180"/>
              </a:spcBef>
              <a:spcAft>
                <a:spcPts val="0"/>
              </a:spcAft>
              <a:buClr>
                <a:schemeClr val="dk1"/>
              </a:buClr>
              <a:buSzPts val="900"/>
              <a:buFont typeface="Times New Roman"/>
              <a:buNone/>
              <a:defRPr sz="900"/>
            </a:lvl6pPr>
            <a:lvl7pPr marL="3200400" lvl="6" indent="-228600" algn="l">
              <a:lnSpc>
                <a:spcPct val="100000"/>
              </a:lnSpc>
              <a:spcBef>
                <a:spcPts val="180"/>
              </a:spcBef>
              <a:spcAft>
                <a:spcPts val="0"/>
              </a:spcAft>
              <a:buClr>
                <a:schemeClr val="dk1"/>
              </a:buClr>
              <a:buSzPts val="900"/>
              <a:buFont typeface="Times New Roman"/>
              <a:buNone/>
              <a:defRPr sz="900"/>
            </a:lvl7pPr>
            <a:lvl8pPr marL="3657600" lvl="7" indent="-228600" algn="l">
              <a:lnSpc>
                <a:spcPct val="100000"/>
              </a:lnSpc>
              <a:spcBef>
                <a:spcPts val="180"/>
              </a:spcBef>
              <a:spcAft>
                <a:spcPts val="0"/>
              </a:spcAft>
              <a:buClr>
                <a:schemeClr val="dk1"/>
              </a:buClr>
              <a:buSzPts val="900"/>
              <a:buFont typeface="Times New Roman"/>
              <a:buNone/>
              <a:defRPr sz="900"/>
            </a:lvl8pPr>
            <a:lvl9pPr marL="4114800" lvl="8" indent="-228600" algn="l">
              <a:lnSpc>
                <a:spcPct val="100000"/>
              </a:lnSpc>
              <a:spcBef>
                <a:spcPts val="180"/>
              </a:spcBef>
              <a:spcAft>
                <a:spcPts val="0"/>
              </a:spcAft>
              <a:buClr>
                <a:schemeClr val="dk1"/>
              </a:buClr>
              <a:buSzPts val="900"/>
              <a:buFont typeface="Times New Roman"/>
              <a:buNone/>
              <a:defRPr sz="900"/>
            </a:lvl9pPr>
          </a:lstStyle>
          <a:p>
            <a:endParaRPr/>
          </a:p>
        </p:txBody>
      </p:sp>
      <p:sp>
        <p:nvSpPr>
          <p:cNvPr id="51" name="Google Shape;51;p7"/>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3290887" y="2925762"/>
            <a:ext cx="37309425" cy="5486400"/>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0" name="Google Shape;60;p9"/>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9"/>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9"/>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3"/>
        <p:cNvGrpSpPr/>
        <p:nvPr/>
      </p:nvGrpSpPr>
      <p:grpSpPr>
        <a:xfrm>
          <a:off x="0" y="0"/>
          <a:ext cx="0" cy="0"/>
          <a:chOff x="0" y="0"/>
          <a:chExt cx="0" cy="0"/>
        </a:xfrm>
      </p:grpSpPr>
      <p:sp>
        <p:nvSpPr>
          <p:cNvPr id="64" name="Google Shape;64;p10"/>
          <p:cNvSpPr txBox="1">
            <a:spLocks noGrp="1"/>
          </p:cNvSpPr>
          <p:nvPr>
            <p:ph type="title"/>
          </p:nvPr>
        </p:nvSpPr>
        <p:spPr>
          <a:xfrm>
            <a:off x="2193925" y="1317625"/>
            <a:ext cx="39503350" cy="5486400"/>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5" name="Google Shape;65;p10"/>
          <p:cNvSpPr txBox="1">
            <a:spLocks noGrp="1"/>
          </p:cNvSpPr>
          <p:nvPr>
            <p:ph type="body" idx="1"/>
          </p:nvPr>
        </p:nvSpPr>
        <p:spPr>
          <a:xfrm>
            <a:off x="2193925" y="7369175"/>
            <a:ext cx="19392900" cy="3070225"/>
          </a:xfrm>
          <a:prstGeom prst="rect">
            <a:avLst/>
          </a:prstGeom>
          <a:noFill/>
          <a:ln>
            <a:noFill/>
          </a:ln>
        </p:spPr>
        <p:txBody>
          <a:bodyPr spcFirstLastPara="1" wrap="square" lIns="480700" tIns="240350" rIns="480700" bIns="240350" anchor="b" anchorCtr="0">
            <a:noAutofit/>
          </a:bodyPr>
          <a:lstStyle>
            <a:lvl1pPr marL="457200" lvl="0" indent="-228600" algn="l">
              <a:lnSpc>
                <a:spcPct val="100000"/>
              </a:lnSpc>
              <a:spcBef>
                <a:spcPts val="480"/>
              </a:spcBef>
              <a:spcAft>
                <a:spcPts val="0"/>
              </a:spcAft>
              <a:buClr>
                <a:schemeClr val="dk1"/>
              </a:buClr>
              <a:buSzPts val="2400"/>
              <a:buFont typeface="Times New Roman"/>
              <a:buNone/>
              <a:defRPr sz="2400" b="1"/>
            </a:lvl1pPr>
            <a:lvl2pPr marL="914400" lvl="1" indent="-228600" algn="l">
              <a:lnSpc>
                <a:spcPct val="100000"/>
              </a:lnSpc>
              <a:spcBef>
                <a:spcPts val="400"/>
              </a:spcBef>
              <a:spcAft>
                <a:spcPts val="0"/>
              </a:spcAft>
              <a:buClr>
                <a:schemeClr val="dk1"/>
              </a:buClr>
              <a:buSzPts val="2000"/>
              <a:buFont typeface="Times New Roman"/>
              <a:buNone/>
              <a:defRPr sz="2000" b="1"/>
            </a:lvl2pPr>
            <a:lvl3pPr marL="1371600" lvl="2" indent="-228600" algn="l">
              <a:lnSpc>
                <a:spcPct val="100000"/>
              </a:lnSpc>
              <a:spcBef>
                <a:spcPts val="360"/>
              </a:spcBef>
              <a:spcAft>
                <a:spcPts val="0"/>
              </a:spcAft>
              <a:buClr>
                <a:schemeClr val="dk1"/>
              </a:buClr>
              <a:buSzPts val="1800"/>
              <a:buFont typeface="Times New Roman"/>
              <a:buNone/>
              <a:defRPr sz="1800" b="1"/>
            </a:lvl3pPr>
            <a:lvl4pPr marL="1828800" lvl="3" indent="-228600" algn="l">
              <a:lnSpc>
                <a:spcPct val="100000"/>
              </a:lnSpc>
              <a:spcBef>
                <a:spcPts val="320"/>
              </a:spcBef>
              <a:spcAft>
                <a:spcPts val="0"/>
              </a:spcAft>
              <a:buClr>
                <a:schemeClr val="dk1"/>
              </a:buClr>
              <a:buSzPts val="1600"/>
              <a:buFont typeface="Times New Roman"/>
              <a:buNone/>
              <a:defRPr sz="1600" b="1"/>
            </a:lvl4pPr>
            <a:lvl5pPr marL="2286000" lvl="4" indent="-228600" algn="l">
              <a:lnSpc>
                <a:spcPct val="100000"/>
              </a:lnSpc>
              <a:spcBef>
                <a:spcPts val="320"/>
              </a:spcBef>
              <a:spcAft>
                <a:spcPts val="0"/>
              </a:spcAft>
              <a:buClr>
                <a:schemeClr val="dk1"/>
              </a:buClr>
              <a:buSzPts val="1600"/>
              <a:buFont typeface="Times New Roman"/>
              <a:buNone/>
              <a:defRPr sz="1600" b="1"/>
            </a:lvl5pPr>
            <a:lvl6pPr marL="2743200" lvl="5" indent="-228600" algn="l">
              <a:lnSpc>
                <a:spcPct val="100000"/>
              </a:lnSpc>
              <a:spcBef>
                <a:spcPts val="320"/>
              </a:spcBef>
              <a:spcAft>
                <a:spcPts val="0"/>
              </a:spcAft>
              <a:buClr>
                <a:schemeClr val="dk1"/>
              </a:buClr>
              <a:buSzPts val="1600"/>
              <a:buFont typeface="Times New Roman"/>
              <a:buNone/>
              <a:defRPr sz="1600" b="1"/>
            </a:lvl6pPr>
            <a:lvl7pPr marL="3200400" lvl="6" indent="-228600" algn="l">
              <a:lnSpc>
                <a:spcPct val="100000"/>
              </a:lnSpc>
              <a:spcBef>
                <a:spcPts val="320"/>
              </a:spcBef>
              <a:spcAft>
                <a:spcPts val="0"/>
              </a:spcAft>
              <a:buClr>
                <a:schemeClr val="dk1"/>
              </a:buClr>
              <a:buSzPts val="1600"/>
              <a:buFont typeface="Times New Roman"/>
              <a:buNone/>
              <a:defRPr sz="1600" b="1"/>
            </a:lvl7pPr>
            <a:lvl8pPr marL="3657600" lvl="7" indent="-228600" algn="l">
              <a:lnSpc>
                <a:spcPct val="100000"/>
              </a:lnSpc>
              <a:spcBef>
                <a:spcPts val="320"/>
              </a:spcBef>
              <a:spcAft>
                <a:spcPts val="0"/>
              </a:spcAft>
              <a:buClr>
                <a:schemeClr val="dk1"/>
              </a:buClr>
              <a:buSzPts val="1600"/>
              <a:buFont typeface="Times New Roman"/>
              <a:buNone/>
              <a:defRPr sz="1600" b="1"/>
            </a:lvl8pPr>
            <a:lvl9pPr marL="4114800" lvl="8" indent="-228600" algn="l">
              <a:lnSpc>
                <a:spcPct val="100000"/>
              </a:lnSpc>
              <a:spcBef>
                <a:spcPts val="320"/>
              </a:spcBef>
              <a:spcAft>
                <a:spcPts val="0"/>
              </a:spcAft>
              <a:buClr>
                <a:schemeClr val="dk1"/>
              </a:buClr>
              <a:buSzPts val="1600"/>
              <a:buFont typeface="Times New Roman"/>
              <a:buNone/>
              <a:defRPr sz="1600" b="1"/>
            </a:lvl9pPr>
          </a:lstStyle>
          <a:p>
            <a:endParaRPr/>
          </a:p>
        </p:txBody>
      </p:sp>
      <p:sp>
        <p:nvSpPr>
          <p:cNvPr id="66" name="Google Shape;66;p10"/>
          <p:cNvSpPr txBox="1">
            <a:spLocks noGrp="1"/>
          </p:cNvSpPr>
          <p:nvPr>
            <p:ph type="body" idx="2"/>
          </p:nvPr>
        </p:nvSpPr>
        <p:spPr>
          <a:xfrm>
            <a:off x="2193925" y="10439400"/>
            <a:ext cx="19392900" cy="18965863"/>
          </a:xfrm>
          <a:prstGeom prst="rect">
            <a:avLst/>
          </a:prstGeom>
          <a:noFill/>
          <a:ln>
            <a:noFill/>
          </a:ln>
        </p:spPr>
        <p:txBody>
          <a:bodyPr spcFirstLastPara="1" wrap="square" lIns="480700" tIns="240350" rIns="480700" bIns="240350" anchor="t" anchorCtr="0">
            <a:noAutofit/>
          </a:bodyPr>
          <a:lstStyle>
            <a:lvl1pPr marL="457200" lvl="0" indent="-381000" algn="l">
              <a:lnSpc>
                <a:spcPct val="100000"/>
              </a:lnSpc>
              <a:spcBef>
                <a:spcPts val="480"/>
              </a:spcBef>
              <a:spcAft>
                <a:spcPts val="0"/>
              </a:spcAft>
              <a:buClr>
                <a:schemeClr val="dk1"/>
              </a:buClr>
              <a:buSzPts val="2400"/>
              <a:buFont typeface="Times New Roman"/>
              <a:buChar char="•"/>
              <a:defRPr sz="2400"/>
            </a:lvl1pPr>
            <a:lvl2pPr marL="914400" lvl="1" indent="-355600" algn="l">
              <a:lnSpc>
                <a:spcPct val="100000"/>
              </a:lnSpc>
              <a:spcBef>
                <a:spcPts val="400"/>
              </a:spcBef>
              <a:spcAft>
                <a:spcPts val="0"/>
              </a:spcAft>
              <a:buClr>
                <a:schemeClr val="dk1"/>
              </a:buClr>
              <a:buSzPts val="2000"/>
              <a:buFont typeface="Times New Roman"/>
              <a:buChar char="–"/>
              <a:defRPr sz="2000"/>
            </a:lvl2pPr>
            <a:lvl3pPr marL="1371600" lvl="2" indent="-342900" algn="l">
              <a:lnSpc>
                <a:spcPct val="100000"/>
              </a:lnSpc>
              <a:spcBef>
                <a:spcPts val="360"/>
              </a:spcBef>
              <a:spcAft>
                <a:spcPts val="0"/>
              </a:spcAft>
              <a:buClr>
                <a:schemeClr val="dk1"/>
              </a:buClr>
              <a:buSzPts val="1800"/>
              <a:buFont typeface="Times New Roman"/>
              <a:buChar char="•"/>
              <a:defRPr sz="1800"/>
            </a:lvl3pPr>
            <a:lvl4pPr marL="1828800" lvl="3" indent="-330200" algn="l">
              <a:lnSpc>
                <a:spcPct val="100000"/>
              </a:lnSpc>
              <a:spcBef>
                <a:spcPts val="320"/>
              </a:spcBef>
              <a:spcAft>
                <a:spcPts val="0"/>
              </a:spcAft>
              <a:buClr>
                <a:schemeClr val="dk1"/>
              </a:buClr>
              <a:buSzPts val="1600"/>
              <a:buFont typeface="Times New Roman"/>
              <a:buChar char="–"/>
              <a:defRPr sz="1600"/>
            </a:lvl4pPr>
            <a:lvl5pPr marL="2286000" lvl="4" indent="-330200" algn="l">
              <a:lnSpc>
                <a:spcPct val="100000"/>
              </a:lnSpc>
              <a:spcBef>
                <a:spcPts val="320"/>
              </a:spcBef>
              <a:spcAft>
                <a:spcPts val="0"/>
              </a:spcAft>
              <a:buClr>
                <a:schemeClr val="dk1"/>
              </a:buClr>
              <a:buSzPts val="1600"/>
              <a:buFont typeface="Times New Roman"/>
              <a:buChar char="»"/>
              <a:defRPr sz="1600"/>
            </a:lvl5pPr>
            <a:lvl6pPr marL="2743200" lvl="5" indent="-330200" algn="l">
              <a:lnSpc>
                <a:spcPct val="100000"/>
              </a:lnSpc>
              <a:spcBef>
                <a:spcPts val="320"/>
              </a:spcBef>
              <a:spcAft>
                <a:spcPts val="0"/>
              </a:spcAft>
              <a:buClr>
                <a:schemeClr val="dk1"/>
              </a:buClr>
              <a:buSzPts val="1600"/>
              <a:buFont typeface="Times New Roman"/>
              <a:buChar char="»"/>
              <a:defRPr sz="1600"/>
            </a:lvl6pPr>
            <a:lvl7pPr marL="3200400" lvl="6" indent="-330200" algn="l">
              <a:lnSpc>
                <a:spcPct val="100000"/>
              </a:lnSpc>
              <a:spcBef>
                <a:spcPts val="320"/>
              </a:spcBef>
              <a:spcAft>
                <a:spcPts val="0"/>
              </a:spcAft>
              <a:buClr>
                <a:schemeClr val="dk1"/>
              </a:buClr>
              <a:buSzPts val="1600"/>
              <a:buFont typeface="Times New Roman"/>
              <a:buChar char="»"/>
              <a:defRPr sz="1600"/>
            </a:lvl7pPr>
            <a:lvl8pPr marL="3657600" lvl="7" indent="-330200" algn="l">
              <a:lnSpc>
                <a:spcPct val="100000"/>
              </a:lnSpc>
              <a:spcBef>
                <a:spcPts val="320"/>
              </a:spcBef>
              <a:spcAft>
                <a:spcPts val="0"/>
              </a:spcAft>
              <a:buClr>
                <a:schemeClr val="dk1"/>
              </a:buClr>
              <a:buSzPts val="1600"/>
              <a:buFont typeface="Times New Roman"/>
              <a:buChar char="»"/>
              <a:defRPr sz="1600"/>
            </a:lvl8pPr>
            <a:lvl9pPr marL="4114800" lvl="8" indent="-330200" algn="l">
              <a:lnSpc>
                <a:spcPct val="100000"/>
              </a:lnSpc>
              <a:spcBef>
                <a:spcPts val="320"/>
              </a:spcBef>
              <a:spcAft>
                <a:spcPts val="0"/>
              </a:spcAft>
              <a:buClr>
                <a:schemeClr val="dk1"/>
              </a:buClr>
              <a:buSzPts val="1600"/>
              <a:buFont typeface="Times New Roman"/>
              <a:buChar char="»"/>
              <a:defRPr sz="1600"/>
            </a:lvl9pPr>
          </a:lstStyle>
          <a:p>
            <a:endParaRPr/>
          </a:p>
        </p:txBody>
      </p:sp>
      <p:sp>
        <p:nvSpPr>
          <p:cNvPr id="67" name="Google Shape;67;p10"/>
          <p:cNvSpPr txBox="1">
            <a:spLocks noGrp="1"/>
          </p:cNvSpPr>
          <p:nvPr>
            <p:ph type="body" idx="3"/>
          </p:nvPr>
        </p:nvSpPr>
        <p:spPr>
          <a:xfrm>
            <a:off x="22296438" y="7369175"/>
            <a:ext cx="19400837" cy="3070225"/>
          </a:xfrm>
          <a:prstGeom prst="rect">
            <a:avLst/>
          </a:prstGeom>
          <a:noFill/>
          <a:ln>
            <a:noFill/>
          </a:ln>
        </p:spPr>
        <p:txBody>
          <a:bodyPr spcFirstLastPara="1" wrap="square" lIns="480700" tIns="240350" rIns="480700" bIns="240350" anchor="b" anchorCtr="0">
            <a:noAutofit/>
          </a:bodyPr>
          <a:lstStyle>
            <a:lvl1pPr marL="457200" lvl="0" indent="-228600" algn="l">
              <a:lnSpc>
                <a:spcPct val="100000"/>
              </a:lnSpc>
              <a:spcBef>
                <a:spcPts val="480"/>
              </a:spcBef>
              <a:spcAft>
                <a:spcPts val="0"/>
              </a:spcAft>
              <a:buClr>
                <a:schemeClr val="dk1"/>
              </a:buClr>
              <a:buSzPts val="2400"/>
              <a:buFont typeface="Times New Roman"/>
              <a:buNone/>
              <a:defRPr sz="2400" b="1"/>
            </a:lvl1pPr>
            <a:lvl2pPr marL="914400" lvl="1" indent="-228600" algn="l">
              <a:lnSpc>
                <a:spcPct val="100000"/>
              </a:lnSpc>
              <a:spcBef>
                <a:spcPts val="400"/>
              </a:spcBef>
              <a:spcAft>
                <a:spcPts val="0"/>
              </a:spcAft>
              <a:buClr>
                <a:schemeClr val="dk1"/>
              </a:buClr>
              <a:buSzPts val="2000"/>
              <a:buFont typeface="Times New Roman"/>
              <a:buNone/>
              <a:defRPr sz="2000" b="1"/>
            </a:lvl2pPr>
            <a:lvl3pPr marL="1371600" lvl="2" indent="-228600" algn="l">
              <a:lnSpc>
                <a:spcPct val="100000"/>
              </a:lnSpc>
              <a:spcBef>
                <a:spcPts val="360"/>
              </a:spcBef>
              <a:spcAft>
                <a:spcPts val="0"/>
              </a:spcAft>
              <a:buClr>
                <a:schemeClr val="dk1"/>
              </a:buClr>
              <a:buSzPts val="1800"/>
              <a:buFont typeface="Times New Roman"/>
              <a:buNone/>
              <a:defRPr sz="1800" b="1"/>
            </a:lvl3pPr>
            <a:lvl4pPr marL="1828800" lvl="3" indent="-228600" algn="l">
              <a:lnSpc>
                <a:spcPct val="100000"/>
              </a:lnSpc>
              <a:spcBef>
                <a:spcPts val="320"/>
              </a:spcBef>
              <a:spcAft>
                <a:spcPts val="0"/>
              </a:spcAft>
              <a:buClr>
                <a:schemeClr val="dk1"/>
              </a:buClr>
              <a:buSzPts val="1600"/>
              <a:buFont typeface="Times New Roman"/>
              <a:buNone/>
              <a:defRPr sz="1600" b="1"/>
            </a:lvl4pPr>
            <a:lvl5pPr marL="2286000" lvl="4" indent="-228600" algn="l">
              <a:lnSpc>
                <a:spcPct val="100000"/>
              </a:lnSpc>
              <a:spcBef>
                <a:spcPts val="320"/>
              </a:spcBef>
              <a:spcAft>
                <a:spcPts val="0"/>
              </a:spcAft>
              <a:buClr>
                <a:schemeClr val="dk1"/>
              </a:buClr>
              <a:buSzPts val="1600"/>
              <a:buFont typeface="Times New Roman"/>
              <a:buNone/>
              <a:defRPr sz="1600" b="1"/>
            </a:lvl5pPr>
            <a:lvl6pPr marL="2743200" lvl="5" indent="-228600" algn="l">
              <a:lnSpc>
                <a:spcPct val="100000"/>
              </a:lnSpc>
              <a:spcBef>
                <a:spcPts val="320"/>
              </a:spcBef>
              <a:spcAft>
                <a:spcPts val="0"/>
              </a:spcAft>
              <a:buClr>
                <a:schemeClr val="dk1"/>
              </a:buClr>
              <a:buSzPts val="1600"/>
              <a:buFont typeface="Times New Roman"/>
              <a:buNone/>
              <a:defRPr sz="1600" b="1"/>
            </a:lvl6pPr>
            <a:lvl7pPr marL="3200400" lvl="6" indent="-228600" algn="l">
              <a:lnSpc>
                <a:spcPct val="100000"/>
              </a:lnSpc>
              <a:spcBef>
                <a:spcPts val="320"/>
              </a:spcBef>
              <a:spcAft>
                <a:spcPts val="0"/>
              </a:spcAft>
              <a:buClr>
                <a:schemeClr val="dk1"/>
              </a:buClr>
              <a:buSzPts val="1600"/>
              <a:buFont typeface="Times New Roman"/>
              <a:buNone/>
              <a:defRPr sz="1600" b="1"/>
            </a:lvl7pPr>
            <a:lvl8pPr marL="3657600" lvl="7" indent="-228600" algn="l">
              <a:lnSpc>
                <a:spcPct val="100000"/>
              </a:lnSpc>
              <a:spcBef>
                <a:spcPts val="320"/>
              </a:spcBef>
              <a:spcAft>
                <a:spcPts val="0"/>
              </a:spcAft>
              <a:buClr>
                <a:schemeClr val="dk1"/>
              </a:buClr>
              <a:buSzPts val="1600"/>
              <a:buFont typeface="Times New Roman"/>
              <a:buNone/>
              <a:defRPr sz="1600" b="1"/>
            </a:lvl8pPr>
            <a:lvl9pPr marL="4114800" lvl="8" indent="-228600" algn="l">
              <a:lnSpc>
                <a:spcPct val="100000"/>
              </a:lnSpc>
              <a:spcBef>
                <a:spcPts val="320"/>
              </a:spcBef>
              <a:spcAft>
                <a:spcPts val="0"/>
              </a:spcAft>
              <a:buClr>
                <a:schemeClr val="dk1"/>
              </a:buClr>
              <a:buSzPts val="1600"/>
              <a:buFont typeface="Times New Roman"/>
              <a:buNone/>
              <a:defRPr sz="1600" b="1"/>
            </a:lvl9pPr>
          </a:lstStyle>
          <a:p>
            <a:endParaRPr/>
          </a:p>
        </p:txBody>
      </p:sp>
      <p:sp>
        <p:nvSpPr>
          <p:cNvPr id="68" name="Google Shape;68;p10"/>
          <p:cNvSpPr txBox="1">
            <a:spLocks noGrp="1"/>
          </p:cNvSpPr>
          <p:nvPr>
            <p:ph type="body" idx="4"/>
          </p:nvPr>
        </p:nvSpPr>
        <p:spPr>
          <a:xfrm>
            <a:off x="22296438" y="10439400"/>
            <a:ext cx="19400837" cy="18965863"/>
          </a:xfrm>
          <a:prstGeom prst="rect">
            <a:avLst/>
          </a:prstGeom>
          <a:noFill/>
          <a:ln>
            <a:noFill/>
          </a:ln>
        </p:spPr>
        <p:txBody>
          <a:bodyPr spcFirstLastPara="1" wrap="square" lIns="480700" tIns="240350" rIns="480700" bIns="240350" anchor="t" anchorCtr="0">
            <a:noAutofit/>
          </a:bodyPr>
          <a:lstStyle>
            <a:lvl1pPr marL="457200" lvl="0" indent="-381000" algn="l">
              <a:lnSpc>
                <a:spcPct val="100000"/>
              </a:lnSpc>
              <a:spcBef>
                <a:spcPts val="480"/>
              </a:spcBef>
              <a:spcAft>
                <a:spcPts val="0"/>
              </a:spcAft>
              <a:buClr>
                <a:schemeClr val="dk1"/>
              </a:buClr>
              <a:buSzPts val="2400"/>
              <a:buFont typeface="Times New Roman"/>
              <a:buChar char="•"/>
              <a:defRPr sz="2400"/>
            </a:lvl1pPr>
            <a:lvl2pPr marL="914400" lvl="1" indent="-355600" algn="l">
              <a:lnSpc>
                <a:spcPct val="100000"/>
              </a:lnSpc>
              <a:spcBef>
                <a:spcPts val="400"/>
              </a:spcBef>
              <a:spcAft>
                <a:spcPts val="0"/>
              </a:spcAft>
              <a:buClr>
                <a:schemeClr val="dk1"/>
              </a:buClr>
              <a:buSzPts val="2000"/>
              <a:buFont typeface="Times New Roman"/>
              <a:buChar char="–"/>
              <a:defRPr sz="2000"/>
            </a:lvl2pPr>
            <a:lvl3pPr marL="1371600" lvl="2" indent="-342900" algn="l">
              <a:lnSpc>
                <a:spcPct val="100000"/>
              </a:lnSpc>
              <a:spcBef>
                <a:spcPts val="360"/>
              </a:spcBef>
              <a:spcAft>
                <a:spcPts val="0"/>
              </a:spcAft>
              <a:buClr>
                <a:schemeClr val="dk1"/>
              </a:buClr>
              <a:buSzPts val="1800"/>
              <a:buFont typeface="Times New Roman"/>
              <a:buChar char="•"/>
              <a:defRPr sz="1800"/>
            </a:lvl3pPr>
            <a:lvl4pPr marL="1828800" lvl="3" indent="-330200" algn="l">
              <a:lnSpc>
                <a:spcPct val="100000"/>
              </a:lnSpc>
              <a:spcBef>
                <a:spcPts val="320"/>
              </a:spcBef>
              <a:spcAft>
                <a:spcPts val="0"/>
              </a:spcAft>
              <a:buClr>
                <a:schemeClr val="dk1"/>
              </a:buClr>
              <a:buSzPts val="1600"/>
              <a:buFont typeface="Times New Roman"/>
              <a:buChar char="–"/>
              <a:defRPr sz="1600"/>
            </a:lvl4pPr>
            <a:lvl5pPr marL="2286000" lvl="4" indent="-330200" algn="l">
              <a:lnSpc>
                <a:spcPct val="100000"/>
              </a:lnSpc>
              <a:spcBef>
                <a:spcPts val="320"/>
              </a:spcBef>
              <a:spcAft>
                <a:spcPts val="0"/>
              </a:spcAft>
              <a:buClr>
                <a:schemeClr val="dk1"/>
              </a:buClr>
              <a:buSzPts val="1600"/>
              <a:buFont typeface="Times New Roman"/>
              <a:buChar char="»"/>
              <a:defRPr sz="1600"/>
            </a:lvl5pPr>
            <a:lvl6pPr marL="2743200" lvl="5" indent="-330200" algn="l">
              <a:lnSpc>
                <a:spcPct val="100000"/>
              </a:lnSpc>
              <a:spcBef>
                <a:spcPts val="320"/>
              </a:spcBef>
              <a:spcAft>
                <a:spcPts val="0"/>
              </a:spcAft>
              <a:buClr>
                <a:schemeClr val="dk1"/>
              </a:buClr>
              <a:buSzPts val="1600"/>
              <a:buFont typeface="Times New Roman"/>
              <a:buChar char="»"/>
              <a:defRPr sz="1600"/>
            </a:lvl6pPr>
            <a:lvl7pPr marL="3200400" lvl="6" indent="-330200" algn="l">
              <a:lnSpc>
                <a:spcPct val="100000"/>
              </a:lnSpc>
              <a:spcBef>
                <a:spcPts val="320"/>
              </a:spcBef>
              <a:spcAft>
                <a:spcPts val="0"/>
              </a:spcAft>
              <a:buClr>
                <a:schemeClr val="dk1"/>
              </a:buClr>
              <a:buSzPts val="1600"/>
              <a:buFont typeface="Times New Roman"/>
              <a:buChar char="»"/>
              <a:defRPr sz="1600"/>
            </a:lvl7pPr>
            <a:lvl8pPr marL="3657600" lvl="7" indent="-330200" algn="l">
              <a:lnSpc>
                <a:spcPct val="100000"/>
              </a:lnSpc>
              <a:spcBef>
                <a:spcPts val="320"/>
              </a:spcBef>
              <a:spcAft>
                <a:spcPts val="0"/>
              </a:spcAft>
              <a:buClr>
                <a:schemeClr val="dk1"/>
              </a:buClr>
              <a:buSzPts val="1600"/>
              <a:buFont typeface="Times New Roman"/>
              <a:buChar char="»"/>
              <a:defRPr sz="1600"/>
            </a:lvl8pPr>
            <a:lvl9pPr marL="4114800" lvl="8" indent="-330200" algn="l">
              <a:lnSpc>
                <a:spcPct val="100000"/>
              </a:lnSpc>
              <a:spcBef>
                <a:spcPts val="320"/>
              </a:spcBef>
              <a:spcAft>
                <a:spcPts val="0"/>
              </a:spcAft>
              <a:buClr>
                <a:schemeClr val="dk1"/>
              </a:buClr>
              <a:buSzPts val="1600"/>
              <a:buFont typeface="Times New Roman"/>
              <a:buChar char="»"/>
              <a:defRPr sz="1600"/>
            </a:lvl9pPr>
          </a:lstStyle>
          <a:p>
            <a:endParaRPr/>
          </a:p>
        </p:txBody>
      </p:sp>
      <p:sp>
        <p:nvSpPr>
          <p:cNvPr id="69" name="Google Shape;69;p10"/>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3467100" y="21153438"/>
            <a:ext cx="37307838" cy="65373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a:off x="3467100" y="13952538"/>
            <a:ext cx="37307838" cy="7200900"/>
          </a:xfrm>
          <a:prstGeom prst="rect">
            <a:avLst/>
          </a:prstGeom>
          <a:noFill/>
          <a:ln>
            <a:noFill/>
          </a:ln>
        </p:spPr>
        <p:txBody>
          <a:bodyPr spcFirstLastPara="1" wrap="square" lIns="480700" tIns="240350" rIns="480700" bIns="240350" anchor="b" anchorCtr="0">
            <a:noAutofit/>
          </a:bodyPr>
          <a:lstStyle>
            <a:lvl1pPr marL="457200" lvl="0" indent="-228600" algn="l">
              <a:lnSpc>
                <a:spcPct val="100000"/>
              </a:lnSpc>
              <a:spcBef>
                <a:spcPts val="400"/>
              </a:spcBef>
              <a:spcAft>
                <a:spcPts val="0"/>
              </a:spcAft>
              <a:buClr>
                <a:schemeClr val="dk1"/>
              </a:buClr>
              <a:buSzPts val="2000"/>
              <a:buFont typeface="Times New Roman"/>
              <a:buNone/>
              <a:defRPr sz="2000"/>
            </a:lvl1pPr>
            <a:lvl2pPr marL="914400" lvl="1" indent="-228600" algn="l">
              <a:lnSpc>
                <a:spcPct val="100000"/>
              </a:lnSpc>
              <a:spcBef>
                <a:spcPts val="360"/>
              </a:spcBef>
              <a:spcAft>
                <a:spcPts val="0"/>
              </a:spcAft>
              <a:buClr>
                <a:schemeClr val="dk1"/>
              </a:buClr>
              <a:buSzPts val="1800"/>
              <a:buFont typeface="Times New Roman"/>
              <a:buNone/>
              <a:defRPr sz="1800"/>
            </a:lvl2pPr>
            <a:lvl3pPr marL="1371600" lvl="2" indent="-228600" algn="l">
              <a:lnSpc>
                <a:spcPct val="100000"/>
              </a:lnSpc>
              <a:spcBef>
                <a:spcPts val="320"/>
              </a:spcBef>
              <a:spcAft>
                <a:spcPts val="0"/>
              </a:spcAft>
              <a:buClr>
                <a:schemeClr val="dk1"/>
              </a:buClr>
              <a:buSzPts val="1600"/>
              <a:buFont typeface="Times New Roman"/>
              <a:buNone/>
              <a:defRPr sz="1600"/>
            </a:lvl3pPr>
            <a:lvl4pPr marL="1828800" lvl="3" indent="-228600" algn="l">
              <a:lnSpc>
                <a:spcPct val="100000"/>
              </a:lnSpc>
              <a:spcBef>
                <a:spcPts val="280"/>
              </a:spcBef>
              <a:spcAft>
                <a:spcPts val="0"/>
              </a:spcAft>
              <a:buClr>
                <a:schemeClr val="dk1"/>
              </a:buClr>
              <a:buSzPts val="1400"/>
              <a:buFont typeface="Times New Roman"/>
              <a:buNone/>
              <a:defRPr sz="1400"/>
            </a:lvl4pPr>
            <a:lvl5pPr marL="2286000" lvl="4" indent="-228600" algn="l">
              <a:lnSpc>
                <a:spcPct val="100000"/>
              </a:lnSpc>
              <a:spcBef>
                <a:spcPts val="280"/>
              </a:spcBef>
              <a:spcAft>
                <a:spcPts val="0"/>
              </a:spcAft>
              <a:buClr>
                <a:schemeClr val="dk1"/>
              </a:buClr>
              <a:buSzPts val="1400"/>
              <a:buFont typeface="Times New Roman"/>
              <a:buNone/>
              <a:defRPr sz="1400"/>
            </a:lvl5pPr>
            <a:lvl6pPr marL="2743200" lvl="5" indent="-228600" algn="l">
              <a:lnSpc>
                <a:spcPct val="100000"/>
              </a:lnSpc>
              <a:spcBef>
                <a:spcPts val="280"/>
              </a:spcBef>
              <a:spcAft>
                <a:spcPts val="0"/>
              </a:spcAft>
              <a:buClr>
                <a:schemeClr val="dk1"/>
              </a:buClr>
              <a:buSzPts val="1400"/>
              <a:buFont typeface="Times New Roman"/>
              <a:buNone/>
              <a:defRPr sz="1400"/>
            </a:lvl6pPr>
            <a:lvl7pPr marL="3200400" lvl="6" indent="-228600" algn="l">
              <a:lnSpc>
                <a:spcPct val="100000"/>
              </a:lnSpc>
              <a:spcBef>
                <a:spcPts val="280"/>
              </a:spcBef>
              <a:spcAft>
                <a:spcPts val="0"/>
              </a:spcAft>
              <a:buClr>
                <a:schemeClr val="dk1"/>
              </a:buClr>
              <a:buSzPts val="1400"/>
              <a:buFont typeface="Times New Roman"/>
              <a:buNone/>
              <a:defRPr sz="1400"/>
            </a:lvl7pPr>
            <a:lvl8pPr marL="3657600" lvl="7" indent="-228600" algn="l">
              <a:lnSpc>
                <a:spcPct val="100000"/>
              </a:lnSpc>
              <a:spcBef>
                <a:spcPts val="280"/>
              </a:spcBef>
              <a:spcAft>
                <a:spcPts val="0"/>
              </a:spcAft>
              <a:buClr>
                <a:schemeClr val="dk1"/>
              </a:buClr>
              <a:buSzPts val="1400"/>
              <a:buFont typeface="Times New Roman"/>
              <a:buNone/>
              <a:defRPr sz="1400"/>
            </a:lvl8pPr>
            <a:lvl9pPr marL="4114800" lvl="8" indent="-228600" algn="l">
              <a:lnSpc>
                <a:spcPct val="100000"/>
              </a:lnSpc>
              <a:spcBef>
                <a:spcPts val="280"/>
              </a:spcBef>
              <a:spcAft>
                <a:spcPts val="0"/>
              </a:spcAft>
              <a:buClr>
                <a:schemeClr val="dk1"/>
              </a:buClr>
              <a:buSzPts val="1400"/>
              <a:buFont typeface="Times New Roman"/>
              <a:buNone/>
              <a:defRPr sz="1400"/>
            </a:lvl9pPr>
          </a:lstStyle>
          <a:p>
            <a:endParaRPr/>
          </a:p>
        </p:txBody>
      </p:sp>
      <p:sp>
        <p:nvSpPr>
          <p:cNvPr id="75" name="Google Shape;75;p11"/>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8"/>
        <p:cNvGrpSpPr/>
        <p:nvPr/>
      </p:nvGrpSpPr>
      <p:grpSpPr>
        <a:xfrm>
          <a:off x="0" y="0"/>
          <a:ext cx="0" cy="0"/>
          <a:chOff x="0" y="0"/>
          <a:chExt cx="0" cy="0"/>
        </a:xfrm>
      </p:grpSpPr>
      <p:sp>
        <p:nvSpPr>
          <p:cNvPr id="79" name="Google Shape;79;p13"/>
          <p:cNvSpPr txBox="1">
            <a:spLocks noGrp="1"/>
          </p:cNvSpPr>
          <p:nvPr>
            <p:ph type="ctrTitle"/>
          </p:nvPr>
        </p:nvSpPr>
        <p:spPr>
          <a:xfrm>
            <a:off x="3292475" y="10226675"/>
            <a:ext cx="37306250" cy="7054850"/>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0" name="Google Shape;80;p13"/>
          <p:cNvSpPr txBox="1">
            <a:spLocks noGrp="1"/>
          </p:cNvSpPr>
          <p:nvPr>
            <p:ph type="subTitle" idx="1"/>
          </p:nvPr>
        </p:nvSpPr>
        <p:spPr>
          <a:xfrm>
            <a:off x="6583363" y="18653125"/>
            <a:ext cx="30724475" cy="8413750"/>
          </a:xfrm>
          <a:prstGeom prst="rect">
            <a:avLst/>
          </a:prstGeom>
          <a:noFill/>
          <a:ln>
            <a:noFill/>
          </a:ln>
        </p:spPr>
        <p:txBody>
          <a:bodyPr spcFirstLastPara="1" wrap="square" lIns="480700" tIns="240350" rIns="480700" bIns="240350" anchor="t" anchorCtr="0">
            <a:noAutofit/>
          </a:bodyPr>
          <a:lstStyle>
            <a:lvl1pPr lvl="0" algn="ctr">
              <a:lnSpc>
                <a:spcPct val="100000"/>
              </a:lnSpc>
              <a:spcBef>
                <a:spcPts val="3360"/>
              </a:spcBef>
              <a:spcAft>
                <a:spcPts val="0"/>
              </a:spcAft>
              <a:buClr>
                <a:schemeClr val="dk1"/>
              </a:buClr>
              <a:buSzPts val="16800"/>
              <a:buFont typeface="Times New Roman"/>
              <a:buNone/>
              <a:defRPr/>
            </a:lvl1pPr>
            <a:lvl2pPr lvl="1" algn="ctr">
              <a:lnSpc>
                <a:spcPct val="100000"/>
              </a:lnSpc>
              <a:spcBef>
                <a:spcPts val="2940"/>
              </a:spcBef>
              <a:spcAft>
                <a:spcPts val="0"/>
              </a:spcAft>
              <a:buClr>
                <a:schemeClr val="dk1"/>
              </a:buClr>
              <a:buSzPts val="14700"/>
              <a:buFont typeface="Times New Roman"/>
              <a:buNone/>
              <a:defRPr/>
            </a:lvl2pPr>
            <a:lvl3pPr lvl="2" algn="ctr">
              <a:lnSpc>
                <a:spcPct val="100000"/>
              </a:lnSpc>
              <a:spcBef>
                <a:spcPts val="2520"/>
              </a:spcBef>
              <a:spcAft>
                <a:spcPts val="0"/>
              </a:spcAft>
              <a:buClr>
                <a:schemeClr val="dk1"/>
              </a:buClr>
              <a:buSzPts val="12600"/>
              <a:buFont typeface="Times New Roman"/>
              <a:buNone/>
              <a:defRPr/>
            </a:lvl3pPr>
            <a:lvl4pPr lvl="3" algn="ctr">
              <a:lnSpc>
                <a:spcPct val="100000"/>
              </a:lnSpc>
              <a:spcBef>
                <a:spcPts val="2100"/>
              </a:spcBef>
              <a:spcAft>
                <a:spcPts val="0"/>
              </a:spcAft>
              <a:buClr>
                <a:schemeClr val="dk1"/>
              </a:buClr>
              <a:buSzPts val="10500"/>
              <a:buFont typeface="Times New Roman"/>
              <a:buNone/>
              <a:defRPr/>
            </a:lvl4pPr>
            <a:lvl5pPr lvl="4" algn="ctr">
              <a:lnSpc>
                <a:spcPct val="100000"/>
              </a:lnSpc>
              <a:spcBef>
                <a:spcPts val="2100"/>
              </a:spcBef>
              <a:spcAft>
                <a:spcPts val="0"/>
              </a:spcAft>
              <a:buClr>
                <a:schemeClr val="dk1"/>
              </a:buClr>
              <a:buSzPts val="10500"/>
              <a:buFont typeface="Times New Roman"/>
              <a:buNone/>
              <a:defRPr/>
            </a:lvl5pPr>
            <a:lvl6pPr lvl="5" algn="ctr">
              <a:lnSpc>
                <a:spcPct val="100000"/>
              </a:lnSpc>
              <a:spcBef>
                <a:spcPts val="2100"/>
              </a:spcBef>
              <a:spcAft>
                <a:spcPts val="0"/>
              </a:spcAft>
              <a:buClr>
                <a:schemeClr val="dk1"/>
              </a:buClr>
              <a:buSzPts val="10500"/>
              <a:buFont typeface="Times New Roman"/>
              <a:buNone/>
              <a:defRPr/>
            </a:lvl6pPr>
            <a:lvl7pPr lvl="6" algn="ctr">
              <a:lnSpc>
                <a:spcPct val="100000"/>
              </a:lnSpc>
              <a:spcBef>
                <a:spcPts val="2100"/>
              </a:spcBef>
              <a:spcAft>
                <a:spcPts val="0"/>
              </a:spcAft>
              <a:buClr>
                <a:schemeClr val="dk1"/>
              </a:buClr>
              <a:buSzPts val="10500"/>
              <a:buFont typeface="Times New Roman"/>
              <a:buNone/>
              <a:defRPr/>
            </a:lvl7pPr>
            <a:lvl8pPr lvl="7" algn="ctr">
              <a:lnSpc>
                <a:spcPct val="100000"/>
              </a:lnSpc>
              <a:spcBef>
                <a:spcPts val="2100"/>
              </a:spcBef>
              <a:spcAft>
                <a:spcPts val="0"/>
              </a:spcAft>
              <a:buClr>
                <a:schemeClr val="dk1"/>
              </a:buClr>
              <a:buSzPts val="10500"/>
              <a:buFont typeface="Times New Roman"/>
              <a:buNone/>
              <a:defRPr/>
            </a:lvl8pPr>
            <a:lvl9pPr lvl="8" algn="ctr">
              <a:lnSpc>
                <a:spcPct val="100000"/>
              </a:lnSpc>
              <a:spcBef>
                <a:spcPts val="2100"/>
              </a:spcBef>
              <a:spcAft>
                <a:spcPts val="0"/>
              </a:spcAft>
              <a:buClr>
                <a:schemeClr val="dk1"/>
              </a:buClr>
              <a:buSzPts val="10500"/>
              <a:buFont typeface="Times New Roman"/>
              <a:buNone/>
              <a:defRPr/>
            </a:lvl9pPr>
          </a:lstStyle>
          <a:p>
            <a:endParaRPr/>
          </a:p>
        </p:txBody>
      </p:sp>
      <p:sp>
        <p:nvSpPr>
          <p:cNvPr id="81" name="Google Shape;81;p13"/>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3290887" y="2925762"/>
            <a:ext cx="37309425" cy="5486400"/>
          </a:xfrm>
          <a:prstGeom prst="rect">
            <a:avLst/>
          </a:prstGeom>
          <a:noFill/>
          <a:ln>
            <a:noFill/>
          </a:ln>
        </p:spPr>
        <p:txBody>
          <a:bodyPr spcFirstLastPara="1" wrap="square" lIns="480700" tIns="240350" rIns="480700" bIns="240350" anchor="ctr" anchorCtr="0">
            <a:noAutofit/>
          </a:bodyPr>
          <a:lstStyle>
            <a:lvl1pPr marR="0" lvl="0"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9pPr>
          </a:lstStyle>
          <a:p>
            <a:endParaRPr/>
          </a:p>
        </p:txBody>
      </p:sp>
      <p:sp>
        <p:nvSpPr>
          <p:cNvPr id="11" name="Google Shape;11;p2"/>
          <p:cNvSpPr txBox="1">
            <a:spLocks noGrp="1"/>
          </p:cNvSpPr>
          <p:nvPr>
            <p:ph type="body" idx="1"/>
          </p:nvPr>
        </p:nvSpPr>
        <p:spPr>
          <a:xfrm>
            <a:off x="3290887" y="9510712"/>
            <a:ext cx="37309425" cy="19750087"/>
          </a:xfrm>
          <a:prstGeom prst="rect">
            <a:avLst/>
          </a:prstGeom>
          <a:noFill/>
          <a:ln>
            <a:noFill/>
          </a:ln>
        </p:spPr>
        <p:txBody>
          <a:bodyPr spcFirstLastPara="1" wrap="square" lIns="480700" tIns="240350" rIns="480700" bIns="240350" anchor="t" anchorCtr="0">
            <a:noAutofit/>
          </a:bodyPr>
          <a:lstStyle>
            <a:lvl1pPr marL="457200" marR="0" lvl="0" indent="-1295400" algn="l" rtl="0">
              <a:lnSpc>
                <a:spcPct val="100000"/>
              </a:lnSpc>
              <a:spcBef>
                <a:spcPts val="3360"/>
              </a:spcBef>
              <a:spcAft>
                <a:spcPts val="0"/>
              </a:spcAft>
              <a:buClr>
                <a:schemeClr val="dk1"/>
              </a:buClr>
              <a:buSzPts val="16800"/>
              <a:buFont typeface="Times New Roman"/>
              <a:buChar char="•"/>
              <a:defRPr sz="16800" b="0" i="0" u="none" strike="noStrike" cap="none">
                <a:solidFill>
                  <a:schemeClr val="dk1"/>
                </a:solidFill>
                <a:latin typeface="Times New Roman"/>
                <a:ea typeface="Times New Roman"/>
                <a:cs typeface="Times New Roman"/>
                <a:sym typeface="Times New Roman"/>
              </a:defRPr>
            </a:lvl1pPr>
            <a:lvl2pPr marL="914400" marR="0" lvl="1" indent="-1162050" algn="l" rtl="0">
              <a:lnSpc>
                <a:spcPct val="100000"/>
              </a:lnSpc>
              <a:spcBef>
                <a:spcPts val="2940"/>
              </a:spcBef>
              <a:spcAft>
                <a:spcPts val="0"/>
              </a:spcAft>
              <a:buClr>
                <a:schemeClr val="dk1"/>
              </a:buClr>
              <a:buSzPts val="14700"/>
              <a:buFont typeface="Times New Roman"/>
              <a:buChar char="–"/>
              <a:defRPr sz="14700" b="0" i="0" u="none" strike="noStrike" cap="none">
                <a:solidFill>
                  <a:schemeClr val="dk1"/>
                </a:solidFill>
                <a:latin typeface="Times New Roman"/>
                <a:ea typeface="Times New Roman"/>
                <a:cs typeface="Times New Roman"/>
                <a:sym typeface="Times New Roman"/>
              </a:defRPr>
            </a:lvl2pPr>
            <a:lvl3pPr marL="1371600" marR="0" lvl="2" indent="-1028700" algn="l" rtl="0">
              <a:lnSpc>
                <a:spcPct val="100000"/>
              </a:lnSpc>
              <a:spcBef>
                <a:spcPts val="2520"/>
              </a:spcBef>
              <a:spcAft>
                <a:spcPts val="0"/>
              </a:spcAft>
              <a:buClr>
                <a:schemeClr val="dk1"/>
              </a:buClr>
              <a:buSzPts val="12600"/>
              <a:buFont typeface="Times New Roman"/>
              <a:buChar char="•"/>
              <a:defRPr sz="12600" b="0" i="0" u="none" strike="noStrike" cap="none">
                <a:solidFill>
                  <a:schemeClr val="dk1"/>
                </a:solidFill>
                <a:latin typeface="Times New Roman"/>
                <a:ea typeface="Times New Roman"/>
                <a:cs typeface="Times New Roman"/>
                <a:sym typeface="Times New Roman"/>
              </a:defRPr>
            </a:lvl3pPr>
            <a:lvl4pPr marL="1828800" marR="0" lvl="3" indent="-895350" algn="l" rtl="0">
              <a:lnSpc>
                <a:spcPct val="100000"/>
              </a:lnSpc>
              <a:spcBef>
                <a:spcPts val="2100"/>
              </a:spcBef>
              <a:spcAft>
                <a:spcPts val="0"/>
              </a:spcAft>
              <a:buClr>
                <a:schemeClr val="dk1"/>
              </a:buClr>
              <a:buSzPts val="10500"/>
              <a:buFont typeface="Times New Roman"/>
              <a:buChar char="–"/>
              <a:defRPr sz="10500" b="0" i="0" u="none" strike="noStrike" cap="none">
                <a:solidFill>
                  <a:schemeClr val="dk1"/>
                </a:solidFill>
                <a:latin typeface="Times New Roman"/>
                <a:ea typeface="Times New Roman"/>
                <a:cs typeface="Times New Roman"/>
                <a:sym typeface="Times New Roman"/>
              </a:defRPr>
            </a:lvl4pPr>
            <a:lvl5pPr marL="2286000" marR="0" lvl="4" indent="-895350" algn="l" rtl="0">
              <a:lnSpc>
                <a:spcPct val="100000"/>
              </a:lnSpc>
              <a:spcBef>
                <a:spcPts val="2100"/>
              </a:spcBef>
              <a:spcAft>
                <a:spcPts val="0"/>
              </a:spcAft>
              <a:buClr>
                <a:schemeClr val="dk1"/>
              </a:buClr>
              <a:buSzPts val="10500"/>
              <a:buFont typeface="Times New Roman"/>
              <a:buChar char="»"/>
              <a:defRPr sz="10500" b="0" i="0" u="none" strike="noStrike" cap="none">
                <a:solidFill>
                  <a:schemeClr val="dk1"/>
                </a:solidFill>
                <a:latin typeface="Times New Roman"/>
                <a:ea typeface="Times New Roman"/>
                <a:cs typeface="Times New Roman"/>
                <a:sym typeface="Times New Roman"/>
              </a:defRPr>
            </a:lvl5pPr>
            <a:lvl6pPr marL="2743200" marR="0" lvl="5" indent="-895350" algn="l" rtl="0">
              <a:lnSpc>
                <a:spcPct val="100000"/>
              </a:lnSpc>
              <a:spcBef>
                <a:spcPts val="2100"/>
              </a:spcBef>
              <a:spcAft>
                <a:spcPts val="0"/>
              </a:spcAft>
              <a:buClr>
                <a:schemeClr val="dk1"/>
              </a:buClr>
              <a:buSzPts val="10500"/>
              <a:buFont typeface="Times New Roman"/>
              <a:buChar char="»"/>
              <a:defRPr sz="10500" b="0" i="0" u="none" strike="noStrike" cap="none">
                <a:solidFill>
                  <a:schemeClr val="dk1"/>
                </a:solidFill>
                <a:latin typeface="Times New Roman"/>
                <a:ea typeface="Times New Roman"/>
                <a:cs typeface="Times New Roman"/>
                <a:sym typeface="Times New Roman"/>
              </a:defRPr>
            </a:lvl6pPr>
            <a:lvl7pPr marL="3200400" marR="0" lvl="6" indent="-895350" algn="l" rtl="0">
              <a:lnSpc>
                <a:spcPct val="100000"/>
              </a:lnSpc>
              <a:spcBef>
                <a:spcPts val="2100"/>
              </a:spcBef>
              <a:spcAft>
                <a:spcPts val="0"/>
              </a:spcAft>
              <a:buClr>
                <a:schemeClr val="dk1"/>
              </a:buClr>
              <a:buSzPts val="10500"/>
              <a:buFont typeface="Times New Roman"/>
              <a:buChar char="»"/>
              <a:defRPr sz="10500" b="0" i="0" u="none" strike="noStrike" cap="none">
                <a:solidFill>
                  <a:schemeClr val="dk1"/>
                </a:solidFill>
                <a:latin typeface="Times New Roman"/>
                <a:ea typeface="Times New Roman"/>
                <a:cs typeface="Times New Roman"/>
                <a:sym typeface="Times New Roman"/>
              </a:defRPr>
            </a:lvl7pPr>
            <a:lvl8pPr marL="3657600" marR="0" lvl="7" indent="-895350" algn="l" rtl="0">
              <a:lnSpc>
                <a:spcPct val="100000"/>
              </a:lnSpc>
              <a:spcBef>
                <a:spcPts val="2100"/>
              </a:spcBef>
              <a:spcAft>
                <a:spcPts val="0"/>
              </a:spcAft>
              <a:buClr>
                <a:schemeClr val="dk1"/>
              </a:buClr>
              <a:buSzPts val="10500"/>
              <a:buFont typeface="Times New Roman"/>
              <a:buChar char="»"/>
              <a:defRPr sz="10500" b="0" i="0" u="none" strike="noStrike" cap="none">
                <a:solidFill>
                  <a:schemeClr val="dk1"/>
                </a:solidFill>
                <a:latin typeface="Times New Roman"/>
                <a:ea typeface="Times New Roman"/>
                <a:cs typeface="Times New Roman"/>
                <a:sym typeface="Times New Roman"/>
              </a:defRPr>
            </a:lvl8pPr>
            <a:lvl9pPr marL="4114800" marR="0" lvl="8" indent="-895350" algn="l" rtl="0">
              <a:lnSpc>
                <a:spcPct val="100000"/>
              </a:lnSpc>
              <a:spcBef>
                <a:spcPts val="2100"/>
              </a:spcBef>
              <a:spcAft>
                <a:spcPts val="0"/>
              </a:spcAft>
              <a:buClr>
                <a:schemeClr val="dk1"/>
              </a:buClr>
              <a:buSzPts val="10500"/>
              <a:buFont typeface="Times New Roman"/>
              <a:buChar char="»"/>
              <a:defRPr sz="10500" b="0" i="0" u="none" strike="noStrike" cap="none">
                <a:solidFill>
                  <a:schemeClr val="dk1"/>
                </a:solidFill>
                <a:latin typeface="Times New Roman"/>
                <a:ea typeface="Times New Roman"/>
                <a:cs typeface="Times New Roman"/>
                <a:sym typeface="Times New Roman"/>
              </a:defRPr>
            </a:lvl9pPr>
          </a:lstStyle>
          <a:p>
            <a:endParaRPr/>
          </a:p>
        </p:txBody>
      </p:sp>
      <p:sp>
        <p:nvSpPr>
          <p:cNvPr id="12" name="Google Shape;12;p2"/>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marR="0" lvl="0"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9pPr>
          </a:lstStyle>
          <a:p>
            <a:endParaRPr/>
          </a:p>
        </p:txBody>
      </p:sp>
      <p:sp>
        <p:nvSpPr>
          <p:cNvPr id="13" name="Google Shape;13;p2"/>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marR="0" lvl="0"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9pPr>
          </a:lstStyle>
          <a:p>
            <a:endParaRPr/>
          </a:p>
        </p:txBody>
      </p:sp>
      <p:sp>
        <p:nvSpPr>
          <p:cNvPr id="14" name="Google Shape;14;p2"/>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youtube.com/watch?v=voo3m8eSMC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www.geeksforgeeks.org/artificial-intelligence/difference-between-machine-learning-and-deep-learn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p1"/>
          <p:cNvSpPr txBox="1"/>
          <p:nvPr/>
        </p:nvSpPr>
        <p:spPr>
          <a:xfrm>
            <a:off x="15568612" y="1743075"/>
            <a:ext cx="14549400" cy="924000"/>
          </a:xfrm>
          <a:prstGeom prst="rect">
            <a:avLst/>
          </a:prstGeom>
          <a:solidFill>
            <a:srgbClr val="FFCC99">
              <a:alpha val="35294"/>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5400"/>
              <a:buFont typeface="Times New Roman"/>
              <a:buNone/>
            </a:pPr>
            <a:r>
              <a:rPr lang="en-US" sz="5400" b="1" i="0" u="none" strike="noStrike" cap="none">
                <a:solidFill>
                  <a:schemeClr val="dk1"/>
                </a:solidFill>
                <a:latin typeface="Times New Roman"/>
                <a:ea typeface="Times New Roman"/>
                <a:cs typeface="Times New Roman"/>
                <a:sym typeface="Times New Roman"/>
              </a:rPr>
              <a:t>Your Full Name and My Full Name (54)</a:t>
            </a:r>
            <a:endParaRPr sz="1400" b="0" i="0" u="none" strike="noStrike" cap="none">
              <a:solidFill>
                <a:srgbClr val="000000"/>
              </a:solidFill>
              <a:latin typeface="Arial"/>
              <a:ea typeface="Arial"/>
              <a:cs typeface="Arial"/>
              <a:sym typeface="Arial"/>
            </a:endParaRPr>
          </a:p>
        </p:txBody>
      </p:sp>
      <p:cxnSp>
        <p:nvCxnSpPr>
          <p:cNvPr id="90" name="Google Shape;90;p1"/>
          <p:cNvCxnSpPr/>
          <p:nvPr/>
        </p:nvCxnSpPr>
        <p:spPr>
          <a:xfrm>
            <a:off x="14712950" y="4572000"/>
            <a:ext cx="279300" cy="28441800"/>
          </a:xfrm>
          <a:prstGeom prst="straightConnector1">
            <a:avLst/>
          </a:prstGeom>
          <a:noFill/>
          <a:ln w="152400" cap="flat" cmpd="sng">
            <a:solidFill>
              <a:schemeClr val="dk1"/>
            </a:solidFill>
            <a:prstDash val="solid"/>
            <a:miter lim="800000"/>
            <a:headEnd type="none" w="sm" len="sm"/>
            <a:tailEnd type="none" w="sm" len="sm"/>
          </a:ln>
        </p:spPr>
      </p:cxnSp>
      <p:cxnSp>
        <p:nvCxnSpPr>
          <p:cNvPr id="91" name="Google Shape;91;p1"/>
          <p:cNvCxnSpPr/>
          <p:nvPr/>
        </p:nvCxnSpPr>
        <p:spPr>
          <a:xfrm flipH="1">
            <a:off x="29276647" y="4514850"/>
            <a:ext cx="18900" cy="28470300"/>
          </a:xfrm>
          <a:prstGeom prst="straightConnector1">
            <a:avLst/>
          </a:prstGeom>
          <a:noFill/>
          <a:ln w="152400" cap="flat" cmpd="sng">
            <a:solidFill>
              <a:schemeClr val="dk1"/>
            </a:solidFill>
            <a:prstDash val="solid"/>
            <a:miter lim="800000"/>
            <a:headEnd type="none" w="sm" len="sm"/>
            <a:tailEnd type="none" w="sm" len="sm"/>
          </a:ln>
        </p:spPr>
      </p:cxnSp>
      <p:sp>
        <p:nvSpPr>
          <p:cNvPr id="92" name="Google Shape;92;p1"/>
          <p:cNvSpPr txBox="1"/>
          <p:nvPr/>
        </p:nvSpPr>
        <p:spPr>
          <a:xfrm>
            <a:off x="1939730" y="11810947"/>
            <a:ext cx="107442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INTRODUCTION AND BACKGROUND</a:t>
            </a:r>
            <a:endParaRPr sz="4000" b="1" i="0" u="none" strike="noStrike" cap="none">
              <a:solidFill>
                <a:schemeClr val="dk1"/>
              </a:solidFill>
              <a:latin typeface="Times New Roman"/>
              <a:ea typeface="Times New Roman"/>
              <a:cs typeface="Times New Roman"/>
              <a:sym typeface="Times New Roman"/>
            </a:endParaRPr>
          </a:p>
        </p:txBody>
      </p:sp>
      <p:sp>
        <p:nvSpPr>
          <p:cNvPr id="93" name="Google Shape;93;p1"/>
          <p:cNvSpPr txBox="1"/>
          <p:nvPr/>
        </p:nvSpPr>
        <p:spPr>
          <a:xfrm>
            <a:off x="31468900" y="4669827"/>
            <a:ext cx="98298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RESULTS</a:t>
            </a:r>
            <a:endParaRPr sz="1400" b="0" i="0" u="none" strike="noStrike" cap="none">
              <a:solidFill>
                <a:srgbClr val="000000"/>
              </a:solidFill>
              <a:latin typeface="Arial"/>
              <a:ea typeface="Arial"/>
              <a:cs typeface="Arial"/>
              <a:sym typeface="Arial"/>
            </a:endParaRPr>
          </a:p>
        </p:txBody>
      </p:sp>
      <p:sp>
        <p:nvSpPr>
          <p:cNvPr id="94" name="Google Shape;94;p1"/>
          <p:cNvSpPr txBox="1"/>
          <p:nvPr/>
        </p:nvSpPr>
        <p:spPr>
          <a:xfrm>
            <a:off x="380997" y="2667075"/>
            <a:ext cx="43129200" cy="1754700"/>
          </a:xfrm>
          <a:prstGeom prst="rect">
            <a:avLst/>
          </a:prstGeom>
          <a:solidFill>
            <a:srgbClr val="FFCC99">
              <a:alpha val="35294"/>
            </a:srgbClr>
          </a:solidFill>
          <a:ln>
            <a:noFill/>
          </a:ln>
        </p:spPr>
        <p:txBody>
          <a:bodyPr spcFirstLastPara="1" wrap="square" lIns="91425" tIns="45700" rIns="91425" bIns="45700" anchor="t" anchorCtr="0">
            <a:spAutoFit/>
          </a:bodyPr>
          <a:lstStyle/>
          <a:p>
            <a:pPr lvl="0" algn="ctr">
              <a:buClr>
                <a:schemeClr val="dk1"/>
              </a:buClr>
              <a:buSzPts val="5400"/>
            </a:pPr>
            <a:r>
              <a:rPr lang="en-US" sz="5400" b="1" i="1">
                <a:solidFill>
                  <a:schemeClr val="dk1"/>
                </a:solidFill>
                <a:latin typeface="Times New Roman"/>
                <a:ea typeface="Times New Roman"/>
                <a:cs typeface="Times New Roman"/>
                <a:sym typeface="Times New Roman"/>
              </a:rPr>
              <a:t>Ramu Battu and </a:t>
            </a:r>
            <a:r>
              <a:rPr lang="en-US" sz="5400" b="1" i="1" u="none" strike="noStrike" cap="none" dirty="0" err="1">
                <a:solidFill>
                  <a:schemeClr val="dk1"/>
                </a:solidFill>
                <a:latin typeface="Times New Roman"/>
                <a:ea typeface="Times New Roman"/>
                <a:cs typeface="Times New Roman"/>
                <a:sym typeface="Times New Roman"/>
              </a:rPr>
              <a:t>Nitaigour</a:t>
            </a:r>
            <a:r>
              <a:rPr lang="en-US" sz="5400" b="1" i="1" u="none" strike="noStrike" cap="none" dirty="0">
                <a:solidFill>
                  <a:schemeClr val="dk1"/>
                </a:solidFill>
                <a:latin typeface="Times New Roman"/>
                <a:ea typeface="Times New Roman"/>
                <a:cs typeface="Times New Roman"/>
                <a:sym typeface="Times New Roman"/>
              </a:rPr>
              <a:t> P Mahalik </a:t>
            </a:r>
            <a:endParaRPr sz="5400" b="1" i="1"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5400"/>
              <a:buFont typeface="Times New Roman"/>
              <a:buNone/>
            </a:pPr>
            <a:r>
              <a:rPr lang="en-US" sz="5400" b="1" i="1" u="none" strike="noStrike" cap="none" dirty="0">
                <a:solidFill>
                  <a:schemeClr val="dk1"/>
                </a:solidFill>
                <a:latin typeface="Times New Roman"/>
                <a:ea typeface="Times New Roman"/>
                <a:cs typeface="Times New Roman"/>
                <a:sym typeface="Times New Roman"/>
              </a:rPr>
              <a:t>Department of Industrial Technology, Jordan College of Agricultural Science and Technology, California State University, Fresno, California, USA</a:t>
            </a:r>
            <a:endParaRPr sz="1400" b="0" i="0" u="none" strike="noStrike" cap="none" dirty="0">
              <a:solidFill>
                <a:srgbClr val="000000"/>
              </a:solidFill>
              <a:latin typeface="Arial"/>
              <a:ea typeface="Arial"/>
              <a:cs typeface="Arial"/>
              <a:sym typeface="Arial"/>
            </a:endParaRPr>
          </a:p>
        </p:txBody>
      </p:sp>
      <p:sp>
        <p:nvSpPr>
          <p:cNvPr id="95" name="Google Shape;95;p1"/>
          <p:cNvSpPr txBox="1"/>
          <p:nvPr/>
        </p:nvSpPr>
        <p:spPr>
          <a:xfrm>
            <a:off x="17888712" y="4669819"/>
            <a:ext cx="84915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METHODOLOGY</a:t>
            </a:r>
            <a:endParaRPr sz="1400" b="0" i="0" u="none" strike="noStrike" cap="none">
              <a:solidFill>
                <a:srgbClr val="000000"/>
              </a:solidFill>
              <a:latin typeface="Arial"/>
              <a:ea typeface="Arial"/>
              <a:cs typeface="Arial"/>
              <a:sym typeface="Arial"/>
            </a:endParaRPr>
          </a:p>
        </p:txBody>
      </p:sp>
      <p:sp>
        <p:nvSpPr>
          <p:cNvPr id="96" name="Google Shape;96;p1"/>
          <p:cNvSpPr txBox="1"/>
          <p:nvPr/>
        </p:nvSpPr>
        <p:spPr>
          <a:xfrm>
            <a:off x="3066087" y="16380545"/>
            <a:ext cx="84915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LITERATURE REVIEW</a:t>
            </a:r>
            <a:endParaRPr sz="1400" b="0" i="0" u="none" strike="noStrike" cap="none">
              <a:solidFill>
                <a:srgbClr val="000000"/>
              </a:solidFill>
              <a:latin typeface="Arial"/>
              <a:ea typeface="Arial"/>
              <a:cs typeface="Arial"/>
              <a:sym typeface="Arial"/>
            </a:endParaRPr>
          </a:p>
        </p:txBody>
      </p:sp>
      <p:sp>
        <p:nvSpPr>
          <p:cNvPr id="97" name="Google Shape;97;p1"/>
          <p:cNvSpPr txBox="1"/>
          <p:nvPr/>
        </p:nvSpPr>
        <p:spPr>
          <a:xfrm>
            <a:off x="17020513" y="16697797"/>
            <a:ext cx="98298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DESIGNS </a:t>
            </a:r>
            <a:endParaRPr sz="1400" b="0" i="0" u="none" strike="noStrike" cap="none">
              <a:solidFill>
                <a:srgbClr val="000000"/>
              </a:solidFill>
              <a:latin typeface="Arial"/>
              <a:ea typeface="Arial"/>
              <a:cs typeface="Arial"/>
              <a:sym typeface="Arial"/>
            </a:endParaRPr>
          </a:p>
        </p:txBody>
      </p:sp>
      <p:sp>
        <p:nvSpPr>
          <p:cNvPr id="98" name="Google Shape;98;p1"/>
          <p:cNvSpPr txBox="1"/>
          <p:nvPr/>
        </p:nvSpPr>
        <p:spPr>
          <a:xfrm>
            <a:off x="31689600" y="27323769"/>
            <a:ext cx="98298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REFERENCES</a:t>
            </a:r>
            <a:endParaRPr sz="1400" b="0" i="0" u="none" strike="noStrike" cap="none">
              <a:solidFill>
                <a:srgbClr val="000000"/>
              </a:solidFill>
              <a:latin typeface="Arial"/>
              <a:ea typeface="Arial"/>
              <a:cs typeface="Arial"/>
              <a:sym typeface="Arial"/>
            </a:endParaRPr>
          </a:p>
        </p:txBody>
      </p:sp>
      <p:sp>
        <p:nvSpPr>
          <p:cNvPr id="99" name="Google Shape;99;p1"/>
          <p:cNvSpPr txBox="1"/>
          <p:nvPr/>
        </p:nvSpPr>
        <p:spPr>
          <a:xfrm>
            <a:off x="31468900" y="19638237"/>
            <a:ext cx="98298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DISCUSSION AND CONCLUSIONS</a:t>
            </a:r>
            <a:endParaRPr sz="1400" b="0" i="0" u="none" strike="noStrike" cap="none">
              <a:solidFill>
                <a:srgbClr val="000000"/>
              </a:solidFill>
              <a:latin typeface="Arial"/>
              <a:ea typeface="Arial"/>
              <a:cs typeface="Arial"/>
              <a:sym typeface="Arial"/>
            </a:endParaRPr>
          </a:p>
        </p:txBody>
      </p:sp>
      <p:sp>
        <p:nvSpPr>
          <p:cNvPr id="100" name="Google Shape;100;p1"/>
          <p:cNvSpPr txBox="1">
            <a:spLocks noGrp="1"/>
          </p:cNvSpPr>
          <p:nvPr>
            <p:ph type="title"/>
          </p:nvPr>
        </p:nvSpPr>
        <p:spPr>
          <a:xfrm>
            <a:off x="152395" y="0"/>
            <a:ext cx="43586400" cy="2733600"/>
          </a:xfrm>
          <a:prstGeom prst="rect">
            <a:avLst/>
          </a:prstGeom>
          <a:solidFill>
            <a:srgbClr val="CCCCFF"/>
          </a:solidFill>
          <a:ln>
            <a:noFill/>
          </a:ln>
        </p:spPr>
        <p:txBody>
          <a:bodyPr spcFirstLastPara="1" wrap="square" lIns="480700" tIns="240350" rIns="480700" bIns="240350" anchor="ctr" anchorCtr="0">
            <a:noAutofit/>
          </a:bodyPr>
          <a:lstStyle/>
          <a:p>
            <a:pPr marL="0" lvl="0" indent="0" algn="ctr" rtl="0">
              <a:lnSpc>
                <a:spcPct val="90000"/>
              </a:lnSpc>
              <a:spcBef>
                <a:spcPts val="0"/>
              </a:spcBef>
              <a:spcAft>
                <a:spcPts val="0"/>
              </a:spcAft>
              <a:buClr>
                <a:schemeClr val="dk2"/>
              </a:buClr>
              <a:buSzPts val="9600"/>
              <a:buFont typeface="Times New Roman"/>
              <a:buNone/>
            </a:pPr>
            <a:r>
              <a:rPr lang="en-US" sz="9400" b="1"/>
              <a:t>Machine Learning and Deep Learning</a:t>
            </a:r>
            <a:endParaRPr sz="22900"/>
          </a:p>
        </p:txBody>
      </p:sp>
      <p:sp>
        <p:nvSpPr>
          <p:cNvPr id="101" name="Google Shape;101;p1"/>
          <p:cNvSpPr txBox="1"/>
          <p:nvPr/>
        </p:nvSpPr>
        <p:spPr>
          <a:xfrm>
            <a:off x="1939725" y="4669802"/>
            <a:ext cx="107442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A</a:t>
            </a:r>
            <a:r>
              <a:rPr lang="en-US" sz="4000" b="1">
                <a:solidFill>
                  <a:schemeClr val="dk1"/>
                </a:solidFill>
                <a:latin typeface="Times New Roman"/>
                <a:ea typeface="Times New Roman"/>
                <a:cs typeface="Times New Roman"/>
                <a:sym typeface="Times New Roman"/>
              </a:rPr>
              <a:t>BSTRACT</a:t>
            </a:r>
            <a:endParaRPr sz="4000" b="0" i="0" u="none" strike="noStrike" cap="none">
              <a:solidFill>
                <a:srgbClr val="000000"/>
              </a:solidFill>
              <a:latin typeface="Times New Roman"/>
              <a:ea typeface="Times New Roman"/>
              <a:cs typeface="Times New Roman"/>
              <a:sym typeface="Times New Roman"/>
            </a:endParaRPr>
          </a:p>
        </p:txBody>
      </p:sp>
      <p:sp>
        <p:nvSpPr>
          <p:cNvPr id="102" name="Google Shape;102;p1"/>
          <p:cNvSpPr txBox="1"/>
          <p:nvPr/>
        </p:nvSpPr>
        <p:spPr>
          <a:xfrm>
            <a:off x="282400" y="17088550"/>
            <a:ext cx="14311800" cy="15443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2300" b="1">
                <a:solidFill>
                  <a:schemeClr val="dk1"/>
                </a:solidFill>
                <a:latin typeface="Times New Roman"/>
                <a:ea typeface="Times New Roman"/>
                <a:cs typeface="Times New Roman"/>
                <a:sym typeface="Times New Roman"/>
              </a:rPr>
              <a:t>Artificial Intelligence (AI): </a:t>
            </a:r>
            <a:r>
              <a:rPr lang="en-US" sz="2300">
                <a:solidFill>
                  <a:schemeClr val="dk1"/>
                </a:solidFill>
                <a:latin typeface="Times New Roman"/>
                <a:ea typeface="Times New Roman"/>
                <a:cs typeface="Times New Roman"/>
                <a:sym typeface="Times New Roman"/>
              </a:rPr>
              <a:t>Artificial Intelligence represents the broad field of developing systems capable of performing tasks that typically require human intelligence, including decision-making, prediction, and pattern recognition. Early AI systems were primarily rule-based, relying on explicitly programmed logic to process inputs and produce outputs. While effective in controlled environments, these systems lacked adaptability and required continuous human intervention to update rules, limiting their scalability and performance in dynamic real-world scenarios (Coursera, 2025; Towards Data Science, 2025).</a:t>
            </a:r>
            <a:endParaRPr sz="23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r>
              <a:rPr lang="en-US" sz="2300" b="1">
                <a:solidFill>
                  <a:schemeClr val="dk1"/>
                </a:solidFill>
                <a:latin typeface="Times New Roman"/>
                <a:ea typeface="Times New Roman"/>
                <a:cs typeface="Times New Roman"/>
                <a:sym typeface="Times New Roman"/>
              </a:rPr>
              <a:t>Machine Learning (ML): </a:t>
            </a:r>
            <a:r>
              <a:rPr lang="en-US" sz="2300">
                <a:solidFill>
                  <a:schemeClr val="dk1"/>
                </a:solidFill>
                <a:latin typeface="Times New Roman"/>
                <a:ea typeface="Times New Roman"/>
                <a:cs typeface="Times New Roman"/>
                <a:sym typeface="Times New Roman"/>
              </a:rPr>
              <a:t>Machine Learning extends AI by enabling systems to learn patterns directly from data rather than relying on predefined rules. ML algorithms analyze structured datasets and improve performance through experience. Common approaches include supervised learning, unsupervised learning, and reinforcement learning, each suited to different types of problems such as classification, clustering, and decision-making (GeeksforGeeks, 2026).</a:t>
            </a:r>
            <a:endParaRPr sz="23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r>
              <a:rPr lang="en-US" sz="2300">
                <a:solidFill>
                  <a:schemeClr val="dk1"/>
                </a:solidFill>
                <a:latin typeface="Times New Roman"/>
                <a:ea typeface="Times New Roman"/>
                <a:cs typeface="Times New Roman"/>
                <a:sym typeface="Times New Roman"/>
              </a:rPr>
              <a:t>ML is particularly effective for structured data and smaller datasets, where features must be manually selected through a process known as feature engineering. While ML models are generally easier to interpret and require less computational power, their performance depends heavily on the quality of the selected features. As a result, ML can become limited when dealing with complex or unstructured data such as images, audio, or natural language (Coursera, 2025; Towards Data Science, 2025).</a:t>
            </a:r>
            <a:endParaRPr sz="23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r>
              <a:rPr lang="en-US" sz="2300" b="1">
                <a:solidFill>
                  <a:schemeClr val="dk1"/>
                </a:solidFill>
                <a:latin typeface="Times New Roman"/>
                <a:ea typeface="Times New Roman"/>
                <a:cs typeface="Times New Roman"/>
                <a:sym typeface="Times New Roman"/>
              </a:rPr>
              <a:t>Deep Learning (DL): </a:t>
            </a:r>
            <a:r>
              <a:rPr lang="en-US" sz="2300">
                <a:solidFill>
                  <a:schemeClr val="dk1"/>
                </a:solidFill>
                <a:latin typeface="Times New Roman"/>
                <a:ea typeface="Times New Roman"/>
                <a:cs typeface="Times New Roman"/>
                <a:sym typeface="Times New Roman"/>
              </a:rPr>
              <a:t>Deep Learning is a subset of machine learning that utilizes artificial neural networks with multiple hidden layers to automatically learn complex patterns from raw data. Unlike traditional ML, deep learning eliminates the need for manual feature extraction by learning hierarchical representations directly from input data. Early layers detect simple features such as edges, while deeper layers combine these into more complex patterns such as shapes and objects (Towards Data Science, 2025).</a:t>
            </a:r>
            <a:endParaRPr sz="23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r>
              <a:rPr lang="en-US" sz="2300">
                <a:solidFill>
                  <a:schemeClr val="dk1"/>
                </a:solidFill>
                <a:latin typeface="Times New Roman"/>
                <a:ea typeface="Times New Roman"/>
                <a:cs typeface="Times New Roman"/>
                <a:sym typeface="Times New Roman"/>
              </a:rPr>
              <a:t>Deep learning models require large datasets and significant computational resources, often relying on GPUs for efficient training. However, they consistently outperform traditional ML methods in tasks involving unstructured data, including image recognition, speech processing, and natural language understanding (GeeksforGeeks, 2026).</a:t>
            </a:r>
            <a:endParaRPr sz="23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r>
              <a:rPr lang="en-US" sz="2300" b="1">
                <a:solidFill>
                  <a:schemeClr val="dk1"/>
                </a:solidFill>
                <a:latin typeface="Times New Roman"/>
                <a:ea typeface="Times New Roman"/>
                <a:cs typeface="Times New Roman"/>
                <a:sym typeface="Times New Roman"/>
              </a:rPr>
              <a:t>Neural Networks: </a:t>
            </a:r>
            <a:r>
              <a:rPr lang="en-US" sz="2300">
                <a:solidFill>
                  <a:schemeClr val="dk1"/>
                </a:solidFill>
                <a:latin typeface="Times New Roman"/>
                <a:ea typeface="Times New Roman"/>
                <a:cs typeface="Times New Roman"/>
                <a:sym typeface="Times New Roman"/>
              </a:rPr>
              <a:t>Neural networks form the foundation of deep learning and are inspired by the structure of the human brain. As demonstrated by 3Blue1Brown, a neural network consists of interconnected layers of neurons, where each neuron holds a numerical value known as an activation. These activations are determined by weighted connections and biases, which are adjusted during training.</a:t>
            </a:r>
            <a:endParaRPr sz="23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r>
              <a:rPr lang="en-US" sz="2300">
                <a:solidFill>
                  <a:schemeClr val="dk1"/>
                </a:solidFill>
                <a:latin typeface="Times New Roman"/>
                <a:ea typeface="Times New Roman"/>
                <a:cs typeface="Times New Roman"/>
                <a:sym typeface="Times New Roman"/>
              </a:rPr>
              <a:t>Information flows from the input layer through hidden layers to the output layer, where predictions are generated. The learning process involves optimizing thousands of parameters (weights and biases) to minimize error and improve accuracy. This layered structure enables neural networks to model complex, non-linear relationships in data, making them highly effective for pattern recognition tasks.</a:t>
            </a:r>
            <a:endParaRPr sz="23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r>
              <a:rPr lang="en-US" sz="2300" b="1">
                <a:solidFill>
                  <a:schemeClr val="dk1"/>
                </a:solidFill>
                <a:latin typeface="Times New Roman"/>
                <a:ea typeface="Times New Roman"/>
                <a:cs typeface="Times New Roman"/>
                <a:sym typeface="Times New Roman"/>
              </a:rPr>
              <a:t>Comparison of Machine Learning and Deep Learning: </a:t>
            </a:r>
            <a:r>
              <a:rPr lang="en-US" sz="2300">
                <a:solidFill>
                  <a:schemeClr val="dk1"/>
                </a:solidFill>
                <a:latin typeface="Times New Roman"/>
                <a:ea typeface="Times New Roman"/>
                <a:cs typeface="Times New Roman"/>
                <a:sym typeface="Times New Roman"/>
              </a:rPr>
              <a:t>Machine Learning and Deep Learning differ significantly in their approach to data processing and model complexity. ML models require manual feature extraction and perform well on structured datasets with limited size, while DL models automatically learn features and excel with large-scale, unstructured data.</a:t>
            </a:r>
            <a:endParaRPr sz="23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r>
              <a:rPr lang="en-US" sz="2300">
                <a:solidFill>
                  <a:schemeClr val="dk1"/>
                </a:solidFill>
                <a:latin typeface="Times New Roman"/>
                <a:ea typeface="Times New Roman"/>
                <a:cs typeface="Times New Roman"/>
                <a:sym typeface="Times New Roman"/>
              </a:rPr>
              <a:t>ML is computationally efficient and interpretable, but its performance is constrained by feature selection. In contrast, DL requires greater computational resources and training time but achieves higher accuracy in complex applications. These differences highlight the importance of selecting the appropriate method based on data characteristics, resource availability, and problem complexity (Coursera, 2025; GeeksforGeeks, 2026).</a:t>
            </a:r>
            <a:endParaRPr sz="23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r>
              <a:rPr lang="en-US" sz="2300" b="1">
                <a:solidFill>
                  <a:schemeClr val="dk1"/>
                </a:solidFill>
                <a:latin typeface="Times New Roman"/>
                <a:ea typeface="Times New Roman"/>
                <a:cs typeface="Times New Roman"/>
                <a:sym typeface="Times New Roman"/>
              </a:rPr>
              <a:t>Summary of Findings: </a:t>
            </a:r>
            <a:r>
              <a:rPr lang="en-US" sz="2300">
                <a:solidFill>
                  <a:schemeClr val="dk1"/>
                </a:solidFill>
                <a:latin typeface="Times New Roman"/>
                <a:ea typeface="Times New Roman"/>
                <a:cs typeface="Times New Roman"/>
                <a:sym typeface="Times New Roman"/>
              </a:rPr>
              <a:t>The reviewed literature demonstrates that AI, ML, and DL are not competing approaches but rather a hierarchical progression of technologies. Machine learning improves upon rule-based AI by enabling data-driven learning, while deep learning further advances this capability by automatically extracting features and modeling complex relationships.</a:t>
            </a:r>
            <a:endParaRPr sz="2300">
              <a:solidFill>
                <a:schemeClr val="dk1"/>
              </a:solidFill>
              <a:latin typeface="Times New Roman"/>
              <a:ea typeface="Times New Roman"/>
              <a:cs typeface="Times New Roman"/>
              <a:sym typeface="Times New Roman"/>
            </a:endParaRPr>
          </a:p>
        </p:txBody>
      </p:sp>
      <p:sp>
        <p:nvSpPr>
          <p:cNvPr id="103" name="Google Shape;103;p1"/>
          <p:cNvSpPr txBox="1"/>
          <p:nvPr/>
        </p:nvSpPr>
        <p:spPr>
          <a:xfrm>
            <a:off x="282400" y="12518950"/>
            <a:ext cx="14311800" cy="3861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2400" b="1">
                <a:solidFill>
                  <a:schemeClr val="dk1"/>
                </a:solidFill>
                <a:latin typeface="Times New Roman"/>
                <a:ea typeface="Times New Roman"/>
                <a:cs typeface="Times New Roman"/>
                <a:sym typeface="Times New Roman"/>
              </a:rPr>
              <a:t>Artificial Intelligence</a:t>
            </a:r>
            <a:r>
              <a:rPr lang="en-US" sz="2400">
                <a:solidFill>
                  <a:schemeClr val="dk1"/>
                </a:solidFill>
                <a:latin typeface="Times New Roman"/>
                <a:ea typeface="Times New Roman"/>
                <a:cs typeface="Times New Roman"/>
                <a:sym typeface="Times New Roman"/>
              </a:rPr>
              <a:t> refers to computer systems capable of performing tasks such as decision-making, prediction, and pattern recognition. Early AI systems were rule-based, meaning they relied on predefined instructions and lacked adaptability.</a:t>
            </a:r>
            <a:endParaRPr sz="24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400" b="1">
                <a:solidFill>
                  <a:schemeClr val="dk1"/>
                </a:solidFill>
                <a:latin typeface="Times New Roman"/>
                <a:ea typeface="Times New Roman"/>
                <a:cs typeface="Times New Roman"/>
                <a:sym typeface="Times New Roman"/>
              </a:rPr>
              <a:t>Machine Learning</a:t>
            </a:r>
            <a:r>
              <a:rPr lang="en-US" sz="2400">
                <a:solidFill>
                  <a:schemeClr val="dk1"/>
                </a:solidFill>
                <a:latin typeface="Times New Roman"/>
                <a:ea typeface="Times New Roman"/>
                <a:cs typeface="Times New Roman"/>
                <a:sym typeface="Times New Roman"/>
              </a:rPr>
              <a:t> introduced a paradigm shift by allowing systems to learn directly from data. Instead of programming rules manually, ML algorithms identify patterns and improve through experience. According to Coursera, this enables systems to adapt with minimal human intervention.</a:t>
            </a:r>
            <a:endParaRPr sz="24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400" b="1">
                <a:solidFill>
                  <a:schemeClr val="dk1"/>
                </a:solidFill>
                <a:latin typeface="Times New Roman"/>
                <a:ea typeface="Times New Roman"/>
                <a:cs typeface="Times New Roman"/>
                <a:sym typeface="Times New Roman"/>
              </a:rPr>
              <a:t>Deep Learning</a:t>
            </a:r>
            <a:r>
              <a:rPr lang="en-US" sz="2400">
                <a:solidFill>
                  <a:schemeClr val="dk1"/>
                </a:solidFill>
                <a:latin typeface="Times New Roman"/>
                <a:ea typeface="Times New Roman"/>
                <a:cs typeface="Times New Roman"/>
                <a:sym typeface="Times New Roman"/>
              </a:rPr>
              <a:t> extends machine learning by using multi-layered neural networks inspired by the human brain. As described by Towards Data Science, deep learning models process information through hierarchical layers, allowing them to understand complex and unstructured data such as images, audio, and text.</a:t>
            </a:r>
            <a:endParaRPr sz="24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p:txBody>
      </p:sp>
      <p:sp>
        <p:nvSpPr>
          <p:cNvPr id="104" name="Google Shape;104;p1"/>
          <p:cNvSpPr txBox="1"/>
          <p:nvPr/>
        </p:nvSpPr>
        <p:spPr>
          <a:xfrm>
            <a:off x="14947975" y="17699813"/>
            <a:ext cx="8302800" cy="484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300"/>
              <a:buFont typeface="Arial"/>
              <a:buNone/>
            </a:pPr>
            <a:r>
              <a:rPr lang="en-US" sz="2400">
                <a:solidFill>
                  <a:schemeClr val="dk1"/>
                </a:solidFill>
                <a:latin typeface="Times New Roman"/>
                <a:ea typeface="Times New Roman"/>
                <a:cs typeface="Times New Roman"/>
                <a:sym typeface="Times New Roman"/>
              </a:rPr>
              <a:t>Figure 1: Neural Network (Input → Hidden → Output)</a:t>
            </a:r>
            <a:endParaRPr sz="3000" b="0" i="0" u="none" strike="noStrike" cap="none">
              <a:solidFill>
                <a:schemeClr val="dk1"/>
              </a:solidFill>
              <a:latin typeface="Times New Roman"/>
              <a:ea typeface="Times New Roman"/>
              <a:cs typeface="Times New Roman"/>
              <a:sym typeface="Times New Roman"/>
            </a:endParaRPr>
          </a:p>
        </p:txBody>
      </p:sp>
      <p:sp>
        <p:nvSpPr>
          <p:cNvPr id="105" name="Google Shape;105;p1"/>
          <p:cNvSpPr txBox="1"/>
          <p:nvPr/>
        </p:nvSpPr>
        <p:spPr>
          <a:xfrm>
            <a:off x="29617050" y="28031772"/>
            <a:ext cx="13974900" cy="4886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3Blue1Brown. (2017). </a:t>
            </a:r>
            <a:r>
              <a:rPr lang="en-US" sz="1800" i="1">
                <a:solidFill>
                  <a:schemeClr val="dk1"/>
                </a:solidFill>
                <a:latin typeface="Times New Roman"/>
                <a:ea typeface="Times New Roman"/>
                <a:cs typeface="Times New Roman"/>
                <a:sym typeface="Times New Roman"/>
              </a:rPr>
              <a:t>But What Is a Neural Network?/Deep learning Chapter 1</a:t>
            </a:r>
            <a:r>
              <a:rPr lang="en-US" sz="1800">
                <a:solidFill>
                  <a:schemeClr val="dk1"/>
                </a:solidFill>
                <a:latin typeface="Times New Roman"/>
                <a:ea typeface="Times New Roman"/>
                <a:cs typeface="Times New Roman"/>
                <a:sym typeface="Times New Roman"/>
              </a:rPr>
              <a:t> [Video]. YouTube.</a:t>
            </a:r>
            <a:r>
              <a:rPr lang="en-US" sz="1800">
                <a:solidFill>
                  <a:schemeClr val="dk1"/>
                </a:solidFill>
                <a:uFill>
                  <a:noFill/>
                </a:u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 </a:t>
            </a:r>
            <a:endParaRPr/>
          </a:p>
          <a:p>
            <a:pPr marL="457200" lvl="0" indent="0" algn="l" rtl="0">
              <a:lnSpc>
                <a:spcPct val="115000"/>
              </a:lnSpc>
              <a:spcBef>
                <a:spcPts val="0"/>
              </a:spcBef>
              <a:spcAft>
                <a:spcPts val="0"/>
              </a:spcAft>
              <a:buClr>
                <a:schemeClr val="dk1"/>
              </a:buClr>
              <a:buSzPts val="1100"/>
              <a:buFont typeface="Arial"/>
              <a:buNone/>
            </a:pPr>
            <a:r>
              <a:rPr lang="en-US" sz="1800" u="sng">
                <a:solidFill>
                  <a:schemeClr val="hlink"/>
                </a:solidFill>
                <a:latin typeface="Times New Roman"/>
                <a:ea typeface="Times New Roman"/>
                <a:cs typeface="Times New Roman"/>
                <a:sym typeface="Times New Roman"/>
                <a:hlinkClick r:id="rId3"/>
              </a:rPr>
              <a:t>https://www.youtube.com/watch?v=voo3m8eSMCk</a:t>
            </a:r>
            <a:endParaRPr sz="1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800">
                <a:solidFill>
                  <a:schemeClr val="dk1"/>
                </a:solidFill>
              </a:rPr>
              <a:t>Bendimerad, Sabrine. “Artificial Intelligence, Machine Learning, Deep Learning, and Generative AI - Clearly Explained.” </a:t>
            </a:r>
            <a:r>
              <a:rPr lang="en-US" sz="1800" i="1">
                <a:solidFill>
                  <a:schemeClr val="dk1"/>
                </a:solidFill>
              </a:rPr>
              <a:t>Towards Data </a:t>
            </a:r>
            <a:endParaRPr sz="1800" i="1">
              <a:solidFill>
                <a:schemeClr val="dk1"/>
              </a:solidFill>
            </a:endParaRPr>
          </a:p>
          <a:p>
            <a:pPr marL="457200" lvl="0" indent="0" algn="l" rtl="0">
              <a:lnSpc>
                <a:spcPct val="115000"/>
              </a:lnSpc>
              <a:spcBef>
                <a:spcPts val="0"/>
              </a:spcBef>
              <a:spcAft>
                <a:spcPts val="0"/>
              </a:spcAft>
              <a:buClr>
                <a:schemeClr val="dk1"/>
              </a:buClr>
              <a:buSzPts val="1100"/>
              <a:buFont typeface="Arial"/>
              <a:buNone/>
            </a:pPr>
            <a:r>
              <a:rPr lang="en-US" sz="1800" i="1">
                <a:solidFill>
                  <a:schemeClr val="dk1"/>
                </a:solidFill>
              </a:rPr>
              <a:t>Science</a:t>
            </a:r>
            <a:r>
              <a:rPr lang="en-US" sz="1800">
                <a:solidFill>
                  <a:schemeClr val="dk1"/>
                </a:solidFill>
              </a:rPr>
              <a:t>, 7 Dec. 2025, towardsdatascience.com/artificial-intelligence-machine-learning-deep-learning-and-generative-ai-clearly-explained/. </a:t>
            </a:r>
            <a:endParaRPr sz="1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800">
                <a:solidFill>
                  <a:schemeClr val="dk1"/>
                </a:solidFill>
              </a:rPr>
              <a:t>“Deep Learning vs. Machine Learning: A Beginner’s Guide.” </a:t>
            </a:r>
            <a:r>
              <a:rPr lang="en-US" sz="1800" i="1">
                <a:solidFill>
                  <a:schemeClr val="dk1"/>
                </a:solidFill>
              </a:rPr>
              <a:t>Coursera</a:t>
            </a:r>
            <a:r>
              <a:rPr lang="en-US" sz="1800">
                <a:solidFill>
                  <a:schemeClr val="dk1"/>
                </a:solidFill>
              </a:rPr>
              <a:t>, 2025, </a:t>
            </a:r>
            <a:endParaRPr sz="1800">
              <a:solidFill>
                <a:schemeClr val="dk1"/>
              </a:solidFill>
            </a:endParaRPr>
          </a:p>
          <a:p>
            <a:pPr marL="0" lvl="0" indent="457200" algn="l" rtl="0">
              <a:lnSpc>
                <a:spcPct val="115000"/>
              </a:lnSpc>
              <a:spcBef>
                <a:spcPts val="0"/>
              </a:spcBef>
              <a:spcAft>
                <a:spcPts val="0"/>
              </a:spcAft>
              <a:buClr>
                <a:schemeClr val="dk1"/>
              </a:buClr>
              <a:buSzPts val="1100"/>
              <a:buFont typeface="Arial"/>
              <a:buNone/>
            </a:pPr>
            <a:r>
              <a:rPr lang="en-US" sz="1800">
                <a:solidFill>
                  <a:schemeClr val="dk1"/>
                </a:solidFill>
              </a:rPr>
              <a:t>www.coursera.org/articles/ai-vs-deep-learning-vs-machine-learning-beginners-guide?msockid=2bfeb4c100c061df3ca4a27b01ff60ff. </a:t>
            </a:r>
            <a:endParaRPr sz="1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800">
                <a:solidFill>
                  <a:schemeClr val="dk1"/>
                </a:solidFill>
              </a:rPr>
              <a:t>“Difference between Machine Learning and Deep Learning.” </a:t>
            </a:r>
            <a:r>
              <a:rPr lang="en-US" sz="1800" i="1">
                <a:solidFill>
                  <a:schemeClr val="dk1"/>
                </a:solidFill>
              </a:rPr>
              <a:t>GeeksforGeeks</a:t>
            </a:r>
            <a:r>
              <a:rPr lang="en-US" sz="1800">
                <a:solidFill>
                  <a:schemeClr val="dk1"/>
                </a:solidFill>
              </a:rPr>
              <a:t>, GeeksforGeeks, 12 Mar. 2026,	           </a:t>
            </a:r>
            <a:endParaRPr sz="1800">
              <a:solidFill>
                <a:schemeClr val="dk1"/>
              </a:solidFill>
            </a:endParaRPr>
          </a:p>
          <a:p>
            <a:pPr marL="0" lvl="0" indent="457200" algn="l" rtl="0">
              <a:lnSpc>
                <a:spcPct val="115000"/>
              </a:lnSpc>
              <a:spcBef>
                <a:spcPts val="0"/>
              </a:spcBef>
              <a:spcAft>
                <a:spcPts val="0"/>
              </a:spcAft>
              <a:buClr>
                <a:schemeClr val="dk1"/>
              </a:buClr>
              <a:buSzPts val="1100"/>
              <a:buFont typeface="Arial"/>
              <a:buNone/>
            </a:pPr>
            <a:r>
              <a:rPr lang="en-US" sz="1800" u="sng">
                <a:solidFill>
                  <a:schemeClr val="hlink"/>
                </a:solidFill>
                <a:hlinkClick r:id="rId4"/>
              </a:rPr>
              <a:t>www.geeksforgeeks.org/artificial-intelligence/difference-between-machine-learning-and-deep-learning/</a:t>
            </a:r>
            <a:r>
              <a:rPr lang="en-US" sz="1800">
                <a:solidFill>
                  <a:schemeClr val="dk1"/>
                </a:solidFill>
              </a:rPr>
              <a:t>.</a:t>
            </a:r>
            <a:endParaRPr sz="1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800">
                <a:solidFill>
                  <a:schemeClr val="dk1"/>
                </a:solidFill>
              </a:rPr>
              <a:t>Patil, Dimple &amp; Rane, Nitin &amp; Desai, Pravin &amp; Rane, Jayesh.“(PDF) Machine Learning and Deep Learning: Methods, </a:t>
            </a:r>
            <a:endParaRPr sz="1800">
              <a:solidFill>
                <a:schemeClr val="dk1"/>
              </a:solidFill>
            </a:endParaRPr>
          </a:p>
          <a:p>
            <a:pPr marL="457200" lvl="0" indent="0" algn="l" rtl="0">
              <a:lnSpc>
                <a:spcPct val="115000"/>
              </a:lnSpc>
              <a:spcBef>
                <a:spcPts val="0"/>
              </a:spcBef>
              <a:spcAft>
                <a:spcPts val="0"/>
              </a:spcAft>
              <a:buClr>
                <a:schemeClr val="dk1"/>
              </a:buClr>
              <a:buSzPts val="1100"/>
              <a:buFont typeface="Arial"/>
              <a:buNone/>
            </a:pPr>
            <a:r>
              <a:rPr lang="en-US" sz="1800">
                <a:solidFill>
                  <a:schemeClr val="dk1"/>
                </a:solidFill>
              </a:rPr>
              <a:t>Techniques, Applications, Challenges, and Future Research Opportunities.” </a:t>
            </a:r>
            <a:r>
              <a:rPr lang="en-US" sz="1800" i="1">
                <a:solidFill>
                  <a:schemeClr val="dk1"/>
                </a:solidFill>
              </a:rPr>
              <a:t>Research Gate</a:t>
            </a:r>
            <a:r>
              <a:rPr lang="en-US" sz="1800">
                <a:solidFill>
                  <a:schemeClr val="dk1"/>
                </a:solidFill>
              </a:rPr>
              <a:t>, www.researchgate.net/publication/385110000_Machine_learning_and_deep_learning_Methods_techniques_applications_challenges_and_future_research_opportunities. Accessed 16 Apr. 2026. </a:t>
            </a:r>
            <a:endParaRPr sz="1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800">
                <a:solidFill>
                  <a:schemeClr val="dk1"/>
                </a:solidFill>
              </a:rPr>
              <a:t>Taye, Mohammad Mustafa. “Understanding of Machine Learning with Deep Learning: Architectures, Workflow, Applications and Future</a:t>
            </a:r>
            <a:endParaRPr sz="1800">
              <a:solidFill>
                <a:schemeClr val="dk1"/>
              </a:solidFill>
            </a:endParaRPr>
          </a:p>
          <a:p>
            <a:pPr marL="0" lvl="0" indent="457200" algn="l" rtl="0">
              <a:lnSpc>
                <a:spcPct val="115000"/>
              </a:lnSpc>
              <a:spcBef>
                <a:spcPts val="0"/>
              </a:spcBef>
              <a:spcAft>
                <a:spcPts val="0"/>
              </a:spcAft>
              <a:buClr>
                <a:schemeClr val="dk1"/>
              </a:buClr>
              <a:buSzPts val="1100"/>
              <a:buFont typeface="Arial"/>
              <a:buNone/>
            </a:pPr>
            <a:r>
              <a:rPr lang="en-US" sz="1800">
                <a:solidFill>
                  <a:schemeClr val="dk1"/>
                </a:solidFill>
              </a:rPr>
              <a:t>Directions.” </a:t>
            </a:r>
            <a:r>
              <a:rPr lang="en-US" sz="1800" i="1">
                <a:solidFill>
                  <a:schemeClr val="dk1"/>
                </a:solidFill>
              </a:rPr>
              <a:t>MDPI</a:t>
            </a:r>
            <a:r>
              <a:rPr lang="en-US" sz="1800">
                <a:solidFill>
                  <a:schemeClr val="dk1"/>
                </a:solidFill>
              </a:rPr>
              <a:t>, Multidisciplinary Digital Publishing Institute, 25 Apr. 2023, www.mdpi.com/2073-431X/12/5/91. </a:t>
            </a:r>
            <a:endParaRPr sz="18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800">
              <a:solidFill>
                <a:schemeClr val="dk1"/>
              </a:solidFill>
            </a:endParaRPr>
          </a:p>
          <a:p>
            <a:pPr marL="355600" lvl="0" indent="-355600" algn="l" rtl="0">
              <a:lnSpc>
                <a:spcPct val="115000"/>
              </a:lnSpc>
              <a:spcBef>
                <a:spcPts val="1200"/>
              </a:spcBef>
              <a:spcAft>
                <a:spcPts val="0"/>
              </a:spcAft>
              <a:buClr>
                <a:schemeClr val="dk1"/>
              </a:buClr>
              <a:buSzPts val="1100"/>
              <a:buFont typeface="Arial"/>
              <a:buNone/>
            </a:pPr>
            <a:endParaRPr sz="1800" u="sng">
              <a:solidFill>
                <a:schemeClr val="hlink"/>
              </a:solidFill>
              <a:latin typeface="Times New Roman"/>
              <a:ea typeface="Times New Roman"/>
              <a:cs typeface="Times New Roman"/>
              <a:sym typeface="Times New Roman"/>
            </a:endParaRPr>
          </a:p>
          <a:p>
            <a:pPr marL="0" lvl="0" indent="457200" algn="l" rtl="0">
              <a:lnSpc>
                <a:spcPct val="115000"/>
              </a:lnSpc>
              <a:spcBef>
                <a:spcPts val="1200"/>
              </a:spcBef>
              <a:spcAft>
                <a:spcPts val="0"/>
              </a:spcAft>
              <a:buClr>
                <a:schemeClr val="dk1"/>
              </a:buClr>
              <a:buSzPts val="1100"/>
              <a:buFont typeface="Arial"/>
              <a:buNone/>
            </a:pPr>
            <a:r>
              <a:rPr lang="en-US" sz="1800">
                <a:solidFill>
                  <a:schemeClr val="dk1"/>
                </a:solidFill>
              </a:rPr>
              <a:t> </a:t>
            </a:r>
            <a:endParaRPr sz="1800">
              <a:solidFill>
                <a:schemeClr val="dk1"/>
              </a:solidFill>
            </a:endParaRPr>
          </a:p>
          <a:p>
            <a:pPr marL="355600" lvl="0" indent="-12700" algn="l" rtl="0">
              <a:lnSpc>
                <a:spcPct val="115000"/>
              </a:lnSpc>
              <a:spcBef>
                <a:spcPts val="1200"/>
              </a:spcBef>
              <a:spcAft>
                <a:spcPts val="0"/>
              </a:spcAft>
              <a:buClr>
                <a:schemeClr val="dk1"/>
              </a:buClr>
              <a:buSzPts val="1100"/>
              <a:buFont typeface="Arial"/>
              <a:buNone/>
            </a:pPr>
            <a:endParaRPr sz="1800">
              <a:solidFill>
                <a:schemeClr val="dk1"/>
              </a:solidFill>
            </a:endParaRPr>
          </a:p>
          <a:p>
            <a:pPr marL="0" marR="0" lvl="0" indent="0" algn="l" rtl="0">
              <a:lnSpc>
                <a:spcPct val="115000"/>
              </a:lnSpc>
              <a:spcBef>
                <a:spcPts val="1200"/>
              </a:spcBef>
              <a:spcAft>
                <a:spcPts val="0"/>
              </a:spcAft>
              <a:buClr>
                <a:srgbClr val="000000"/>
              </a:buClr>
              <a:buSzPts val="1800"/>
              <a:buFont typeface="Arial"/>
              <a:buNone/>
            </a:pPr>
            <a:endParaRPr sz="2000">
              <a:solidFill>
                <a:schemeClr val="dk1"/>
              </a:solidFill>
              <a:latin typeface="Times New Roman"/>
              <a:ea typeface="Times New Roman"/>
              <a:cs typeface="Times New Roman"/>
              <a:sym typeface="Times New Roman"/>
            </a:endParaRPr>
          </a:p>
        </p:txBody>
      </p:sp>
      <p:sp>
        <p:nvSpPr>
          <p:cNvPr id="106" name="Google Shape;106;p1"/>
          <p:cNvSpPr txBox="1"/>
          <p:nvPr/>
        </p:nvSpPr>
        <p:spPr>
          <a:xfrm>
            <a:off x="334750" y="5377752"/>
            <a:ext cx="14311800" cy="6433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This study investigates the relationship between Artificial Intelligence (AI), Machine Learning (ML), and Deep Learning (DL), with a focus on how neural networks enable automated learning from data. The research compares traditional rule-based AI systems with modern data-driven approaches, highlighting the transition from manually programmed logic to models that learn patterns through training data. Machine Learning methods are analyzed in terms of their ability to extract patterns from structured datasets using statistical and algorithmic techniques, while Deep Learning is examined as an advanced subset of ML that utilizes multi-layered artificial neural networks to learn hierarchical representations from unstructured data such as images, text, and audio. Among these approaches, traditional ML methods require manual feature extraction and perform effectively on smaller, structured datasets, whereas deep learning models automatically learn features but require large datasets and higher computational resources. Neural network models, as demonstrated in digit recognition systems, show improved accuracy through layered processing of inputs using weighted connections and activation functions. Findings from the reviewed literature indicate that deep learning consistently outperforms traditional machine learning in complex pattern recognition tasks due to its ability to learn directly from raw data. Overall, the study highlights the hierarchical relationship between AI, ML, and DL and emphasizes the importance of neural networks in advancing modern intelligent systems across domains such as computer vision, natural language processing, and autonomous systems.</a:t>
            </a:r>
            <a:endParaRPr sz="24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2200">
              <a:solidFill>
                <a:schemeClr val="dk1"/>
              </a:solidFill>
              <a:latin typeface="Times New Roman"/>
              <a:ea typeface="Times New Roman"/>
              <a:cs typeface="Times New Roman"/>
              <a:sym typeface="Times New Roman"/>
            </a:endParaRPr>
          </a:p>
        </p:txBody>
      </p:sp>
      <p:sp>
        <p:nvSpPr>
          <p:cNvPr id="107" name="Google Shape;107;p1"/>
          <p:cNvSpPr txBox="1"/>
          <p:nvPr/>
        </p:nvSpPr>
        <p:spPr>
          <a:xfrm>
            <a:off x="29408300" y="5439213"/>
            <a:ext cx="14311800" cy="14199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300">
                <a:solidFill>
                  <a:schemeClr val="dk1"/>
                </a:solidFill>
              </a:rPr>
              <a:t>Deep learning models consistently outperform traditional machine learning methods in complex tasks such as image recognition, natural language processing (NLP), and speech analysis by learning patterns directly from large datasets</a:t>
            </a:r>
            <a:endParaRPr sz="2300">
              <a:solidFill>
                <a:schemeClr val="dk1"/>
              </a:solidFill>
            </a:endParaRPr>
          </a:p>
          <a:p>
            <a:pPr marL="0" lvl="0" indent="0" algn="l" rtl="0">
              <a:lnSpc>
                <a:spcPct val="115000"/>
              </a:lnSpc>
              <a:spcBef>
                <a:spcPts val="0"/>
              </a:spcBef>
              <a:spcAft>
                <a:spcPts val="0"/>
              </a:spcAft>
              <a:buNone/>
            </a:pPr>
            <a:r>
              <a:rPr lang="en-US" sz="2300">
                <a:solidFill>
                  <a:schemeClr val="dk1"/>
                </a:solidFill>
              </a:rPr>
              <a:t>1. The integration of ML and DL improves overall system performance by increasing prediction accuracy, automation, and the ability to process both structured and unstructured data</a:t>
            </a:r>
            <a:endParaRPr sz="2300">
              <a:solidFill>
                <a:schemeClr val="dk1"/>
              </a:solidFill>
            </a:endParaRPr>
          </a:p>
          <a:p>
            <a:pPr marL="0" lvl="0" indent="0" algn="l" rtl="0">
              <a:lnSpc>
                <a:spcPct val="115000"/>
              </a:lnSpc>
              <a:spcBef>
                <a:spcPts val="0"/>
              </a:spcBef>
              <a:spcAft>
                <a:spcPts val="0"/>
              </a:spcAft>
              <a:buNone/>
            </a:pPr>
            <a:r>
              <a:rPr lang="en-US" sz="2300">
                <a:solidFill>
                  <a:schemeClr val="dk1"/>
                </a:solidFill>
              </a:rPr>
              <a:t>  Applications across industries demonstrate strong real-world impact:</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a:solidFill>
                  <a:schemeClr val="dk1"/>
                </a:solidFill>
              </a:rPr>
              <a:t>Healthcare: More accurate disease detection, medical imaging analysis, and predictive diagnostics</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a:solidFill>
                  <a:schemeClr val="dk1"/>
                </a:solidFill>
              </a:rPr>
              <a:t>Finance: Improved fraud detection systems and risk assessment models</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a:solidFill>
                  <a:schemeClr val="dk1"/>
                </a:solidFill>
              </a:rPr>
              <a:t>Autonomous systems: Enhanced decision-making in self-driving cars, robotics, and drones</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a:solidFill>
                  <a:schemeClr val="dk1"/>
                </a:solidFill>
              </a:rPr>
              <a:t>NLP: More advanced chatbots, real-time translation, and sentiment analysis</a:t>
            </a:r>
            <a:endParaRPr sz="2300">
              <a:solidFill>
                <a:schemeClr val="dk1"/>
              </a:solidFill>
            </a:endParaRPr>
          </a:p>
          <a:p>
            <a:pPr marL="0" lvl="0" indent="0" algn="l" rtl="0">
              <a:lnSpc>
                <a:spcPct val="115000"/>
              </a:lnSpc>
              <a:spcBef>
                <a:spcPts val="0"/>
              </a:spcBef>
              <a:spcAft>
                <a:spcPts val="0"/>
              </a:spcAft>
              <a:buNone/>
            </a:pPr>
            <a:r>
              <a:rPr lang="en-US" sz="2300">
                <a:solidFill>
                  <a:schemeClr val="dk1"/>
                </a:solidFill>
              </a:rPr>
              <a:t>This confirms that ML and DL technologies are highly versatile and adaptable across industries.</a:t>
            </a:r>
            <a:endParaRPr sz="2300">
              <a:solidFill>
                <a:schemeClr val="dk1"/>
              </a:solidFill>
            </a:endParaRPr>
          </a:p>
          <a:p>
            <a:pPr marL="0" lvl="0" indent="0" algn="l" rtl="0">
              <a:lnSpc>
                <a:spcPct val="115000"/>
              </a:lnSpc>
              <a:spcBef>
                <a:spcPts val="0"/>
              </a:spcBef>
              <a:spcAft>
                <a:spcPts val="0"/>
              </a:spcAft>
              <a:buNone/>
            </a:pPr>
            <a:r>
              <a:rPr lang="en-US" sz="2300">
                <a:solidFill>
                  <a:schemeClr val="dk1"/>
                </a:solidFill>
              </a:rPr>
              <a:t>2. Model performance depends heavily on:</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a:solidFill>
                  <a:schemeClr val="dk1"/>
                </a:solidFill>
              </a:rPr>
              <a:t>Access to large, high-quality labeled datasets for effective training</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a:solidFill>
                  <a:schemeClr val="dk1"/>
                </a:solidFill>
              </a:rPr>
              <a:t>High computational power, especially GPUs, to handle complex calculations and large-scale data</a:t>
            </a:r>
            <a:endParaRPr sz="2300">
              <a:solidFill>
                <a:schemeClr val="dk1"/>
              </a:solidFill>
            </a:endParaRPr>
          </a:p>
          <a:p>
            <a:pPr marL="0" lvl="0" indent="0" algn="l" rtl="0">
              <a:lnSpc>
                <a:spcPct val="115000"/>
              </a:lnSpc>
              <a:spcBef>
                <a:spcPts val="0"/>
              </a:spcBef>
              <a:spcAft>
                <a:spcPts val="0"/>
              </a:spcAft>
              <a:buNone/>
            </a:pPr>
            <a:r>
              <a:rPr lang="en-US" sz="2300">
                <a:solidFill>
                  <a:schemeClr val="dk1"/>
                </a:solidFill>
              </a:rPr>
              <a:t>Deep learning models require significantly more training time and computational resources compared to traditional ML models, but they provide faster and more accurate results during execution.</a:t>
            </a:r>
            <a:endParaRPr sz="2300">
              <a:solidFill>
                <a:schemeClr val="dk1"/>
              </a:solidFill>
            </a:endParaRPr>
          </a:p>
          <a:p>
            <a:pPr marL="0" lvl="0" indent="0" algn="l" rtl="0">
              <a:lnSpc>
                <a:spcPct val="115000"/>
              </a:lnSpc>
              <a:spcBef>
                <a:spcPts val="0"/>
              </a:spcBef>
              <a:spcAft>
                <a:spcPts val="0"/>
              </a:spcAft>
              <a:buNone/>
            </a:pPr>
            <a:r>
              <a:rPr lang="en-US" sz="2300">
                <a:solidFill>
                  <a:schemeClr val="dk1"/>
                </a:solidFill>
              </a:rPr>
              <a:t> 3. Emerging trends are expanding capabilities and efficiency:</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a:solidFill>
                  <a:schemeClr val="dk1"/>
                </a:solidFill>
              </a:rPr>
              <a:t>Transfer learning reduces training time by reusing pre-trained models</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a:solidFill>
                  <a:schemeClr val="dk1"/>
                </a:solidFill>
              </a:rPr>
              <a:t>Explainable AI (XAI) improves transparency and trust in model decisions</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a:solidFill>
                  <a:schemeClr val="dk1"/>
                </a:solidFill>
              </a:rPr>
              <a:t>Federated learning enables training while preserving data privacy</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a:solidFill>
                  <a:schemeClr val="dk1"/>
                </a:solidFill>
              </a:rPr>
              <a:t>Integration with IoT and edge computing allows real-time data processing</a:t>
            </a:r>
            <a:endParaRPr sz="2300">
              <a:solidFill>
                <a:schemeClr val="dk1"/>
              </a:solidFill>
            </a:endParaRPr>
          </a:p>
          <a:p>
            <a:pPr marL="0" lvl="0" indent="0" algn="l" rtl="0">
              <a:lnSpc>
                <a:spcPct val="115000"/>
              </a:lnSpc>
              <a:spcBef>
                <a:spcPts val="0"/>
              </a:spcBef>
              <a:spcAft>
                <a:spcPts val="0"/>
              </a:spcAft>
              <a:buNone/>
            </a:pPr>
            <a:r>
              <a:rPr lang="en-US" sz="2300">
                <a:solidFill>
                  <a:schemeClr val="dk1"/>
                </a:solidFill>
              </a:rPr>
              <a:t>These advancements are expanding the capabilities and accessibility of ML and DL systems.</a:t>
            </a:r>
            <a:endParaRPr sz="2300">
              <a:solidFill>
                <a:schemeClr val="dk1"/>
              </a:solidFill>
            </a:endParaRPr>
          </a:p>
          <a:p>
            <a:pPr marL="0" lvl="0" indent="0" algn="l" rtl="0">
              <a:lnSpc>
                <a:spcPct val="115000"/>
              </a:lnSpc>
              <a:spcBef>
                <a:spcPts val="0"/>
              </a:spcBef>
              <a:spcAft>
                <a:spcPts val="0"/>
              </a:spcAft>
              <a:buNone/>
            </a:pPr>
            <a:r>
              <a:rPr lang="en-US" sz="2300">
                <a:solidFill>
                  <a:schemeClr val="dk1"/>
                </a:solidFill>
              </a:rPr>
              <a:t> 4. Despite strong performance, several challenges remain:</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a:solidFill>
                  <a:schemeClr val="dk1"/>
                </a:solidFill>
              </a:rPr>
              <a:t>Limited availability of labeled data in certain domains</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a:solidFill>
                  <a:schemeClr val="dk1"/>
                </a:solidFill>
              </a:rPr>
              <a:t>High computational and energy costs for training deep models</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a:solidFill>
                  <a:schemeClr val="dk1"/>
                </a:solidFill>
              </a:rPr>
              <a:t>Lack of interpretability due to the “black-box” nature of DL systems</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a:solidFill>
                  <a:schemeClr val="dk1"/>
                </a:solidFill>
              </a:rPr>
              <a:t>Ethical concerns, including bias in algorithms and data privacy issues</a:t>
            </a:r>
            <a:endParaRPr sz="2300">
              <a:solidFill>
                <a:schemeClr val="dk1"/>
              </a:solidFill>
            </a:endParaRPr>
          </a:p>
          <a:p>
            <a:pPr marL="0" lvl="0" indent="0" algn="l" rtl="0">
              <a:lnSpc>
                <a:spcPct val="115000"/>
              </a:lnSpc>
              <a:spcBef>
                <a:spcPts val="0"/>
              </a:spcBef>
              <a:spcAft>
                <a:spcPts val="0"/>
              </a:spcAft>
              <a:buNone/>
            </a:pPr>
            <a:r>
              <a:rPr lang="en-US" sz="2300">
                <a:solidFill>
                  <a:schemeClr val="dk1"/>
                </a:solidFill>
              </a:rPr>
              <a:t>These challenges highlight the need for continued research and responsible implementation.</a:t>
            </a:r>
            <a:endParaRPr sz="2300">
              <a:solidFill>
                <a:schemeClr val="dk1"/>
              </a:solidFill>
            </a:endParaRPr>
          </a:p>
          <a:p>
            <a:pPr marL="0" lvl="0" indent="0" algn="l" rtl="0">
              <a:lnSpc>
                <a:spcPct val="115000"/>
              </a:lnSpc>
              <a:spcBef>
                <a:spcPts val="0"/>
              </a:spcBef>
              <a:spcAft>
                <a:spcPts val="0"/>
              </a:spcAft>
              <a:buNone/>
            </a:pPr>
            <a:r>
              <a:rPr lang="en-US" sz="2300">
                <a:solidFill>
                  <a:schemeClr val="dk1"/>
                </a:solidFill>
              </a:rPr>
              <a:t>5. Overall Finding</a:t>
            </a:r>
            <a:endParaRPr sz="2300">
              <a:solidFill>
                <a:schemeClr val="dk1"/>
              </a:solidFill>
            </a:endParaRPr>
          </a:p>
          <a:p>
            <a:pPr marL="0" lvl="0" indent="0" algn="l" rtl="0">
              <a:lnSpc>
                <a:spcPct val="115000"/>
              </a:lnSpc>
              <a:spcBef>
                <a:spcPts val="0"/>
              </a:spcBef>
              <a:spcAft>
                <a:spcPts val="0"/>
              </a:spcAft>
              <a:buNone/>
            </a:pPr>
            <a:r>
              <a:rPr lang="en-US" sz="2300">
                <a:solidFill>
                  <a:schemeClr val="dk1"/>
                </a:solidFill>
              </a:rPr>
              <a:t>The combined evidence shows that integrating ML and DL leads to:</a:t>
            </a:r>
            <a:endParaRPr sz="2300">
              <a:solidFill>
                <a:schemeClr val="dk1"/>
              </a:solidFill>
            </a:endParaRPr>
          </a:p>
          <a:p>
            <a:pPr marL="0" lvl="0" indent="0" algn="l" rtl="0">
              <a:lnSpc>
                <a:spcPct val="115000"/>
              </a:lnSpc>
              <a:spcBef>
                <a:spcPts val="0"/>
              </a:spcBef>
              <a:spcAft>
                <a:spcPts val="0"/>
              </a:spcAft>
              <a:buNone/>
            </a:pPr>
            <a:r>
              <a:rPr lang="en-US" sz="2300">
                <a:solidFill>
                  <a:schemeClr val="dk1"/>
                </a:solidFill>
              </a:rPr>
              <a:t>•         	Higher predictive accuracy</a:t>
            </a:r>
            <a:endParaRPr sz="2300">
              <a:solidFill>
                <a:schemeClr val="dk1"/>
              </a:solidFill>
            </a:endParaRPr>
          </a:p>
          <a:p>
            <a:pPr marL="0" lvl="0" indent="0" algn="l" rtl="0">
              <a:lnSpc>
                <a:spcPct val="115000"/>
              </a:lnSpc>
              <a:spcBef>
                <a:spcPts val="0"/>
              </a:spcBef>
              <a:spcAft>
                <a:spcPts val="0"/>
              </a:spcAft>
              <a:buNone/>
            </a:pPr>
            <a:r>
              <a:rPr lang="en-US" sz="2300">
                <a:solidFill>
                  <a:schemeClr val="dk1"/>
                </a:solidFill>
              </a:rPr>
              <a:t>•         	Faster processing of complex data</a:t>
            </a:r>
            <a:endParaRPr sz="2300">
              <a:solidFill>
                <a:schemeClr val="dk1"/>
              </a:solidFill>
            </a:endParaRPr>
          </a:p>
          <a:p>
            <a:pPr marL="0" lvl="0" indent="0" algn="l" rtl="0">
              <a:lnSpc>
                <a:spcPct val="115000"/>
              </a:lnSpc>
              <a:spcBef>
                <a:spcPts val="0"/>
              </a:spcBef>
              <a:spcAft>
                <a:spcPts val="0"/>
              </a:spcAft>
              <a:buNone/>
            </a:pPr>
            <a:r>
              <a:rPr lang="en-US" sz="2300">
                <a:solidFill>
                  <a:schemeClr val="dk1"/>
                </a:solidFill>
              </a:rPr>
              <a:t>•         	Broader real-world applicability</a:t>
            </a:r>
            <a:endParaRPr sz="23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2300">
                <a:solidFill>
                  <a:schemeClr val="dk1"/>
                </a:solidFill>
              </a:rPr>
              <a:t>However, success depends on balancing performance with ethical considerations, data quality, and computational efficiency.</a:t>
            </a:r>
            <a:endParaRPr sz="2300">
              <a:solidFill>
                <a:schemeClr val="dk1"/>
              </a:solidFill>
            </a:endParaRPr>
          </a:p>
          <a:p>
            <a:pPr marL="0" lvl="0" indent="0" algn="l" rtl="0">
              <a:lnSpc>
                <a:spcPct val="115000"/>
              </a:lnSpc>
              <a:spcBef>
                <a:spcPts val="1200"/>
              </a:spcBef>
              <a:spcAft>
                <a:spcPts val="0"/>
              </a:spcAft>
              <a:buNone/>
            </a:pPr>
            <a:endParaRPr sz="2400">
              <a:solidFill>
                <a:schemeClr val="dk1"/>
              </a:solidFill>
              <a:latin typeface="Times New Roman"/>
              <a:ea typeface="Times New Roman"/>
              <a:cs typeface="Times New Roman"/>
              <a:sym typeface="Times New Roman"/>
            </a:endParaRPr>
          </a:p>
          <a:p>
            <a:pPr marL="0" marR="0" lvl="0" indent="0" algn="l" rtl="0">
              <a:lnSpc>
                <a:spcPct val="100000"/>
              </a:lnSpc>
              <a:spcBef>
                <a:spcPts val="1200"/>
              </a:spcBef>
              <a:spcAft>
                <a:spcPts val="0"/>
              </a:spcAft>
              <a:buClr>
                <a:srgbClr val="000000"/>
              </a:buClr>
              <a:buSzPts val="2200"/>
              <a:buFont typeface="Arial"/>
              <a:buNone/>
            </a:pPr>
            <a:endParaRPr sz="2200">
              <a:solidFill>
                <a:schemeClr val="dk1"/>
              </a:solidFill>
              <a:latin typeface="Times New Roman"/>
              <a:ea typeface="Times New Roman"/>
              <a:cs typeface="Times New Roman"/>
              <a:sym typeface="Times New Roman"/>
            </a:endParaRPr>
          </a:p>
        </p:txBody>
      </p:sp>
      <p:cxnSp>
        <p:nvCxnSpPr>
          <p:cNvPr id="108" name="Google Shape;108;p1"/>
          <p:cNvCxnSpPr/>
          <p:nvPr/>
        </p:nvCxnSpPr>
        <p:spPr>
          <a:xfrm>
            <a:off x="14162225" y="32976925"/>
            <a:ext cx="16064100" cy="0"/>
          </a:xfrm>
          <a:prstGeom prst="straightConnector1">
            <a:avLst/>
          </a:prstGeom>
          <a:noFill/>
          <a:ln w="9525" cap="flat" cmpd="sng">
            <a:solidFill>
              <a:schemeClr val="dk2"/>
            </a:solidFill>
            <a:prstDash val="solid"/>
            <a:round/>
            <a:headEnd type="none" w="sm" len="sm"/>
            <a:tailEnd type="none" w="sm" len="sm"/>
          </a:ln>
        </p:spPr>
      </p:cxnSp>
      <p:sp>
        <p:nvSpPr>
          <p:cNvPr id="109" name="Google Shape;109;p1"/>
          <p:cNvSpPr txBox="1"/>
          <p:nvPr/>
        </p:nvSpPr>
        <p:spPr>
          <a:xfrm>
            <a:off x="14932138" y="5377750"/>
            <a:ext cx="14058900" cy="3952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This project uses a </a:t>
            </a:r>
            <a:r>
              <a:rPr lang="en-US" sz="2400" b="1">
                <a:solidFill>
                  <a:schemeClr val="dk1"/>
                </a:solidFill>
                <a:latin typeface="Times New Roman"/>
                <a:ea typeface="Times New Roman"/>
                <a:cs typeface="Times New Roman"/>
                <a:sym typeface="Times New Roman"/>
              </a:rPr>
              <a:t>qualitative research approach</a:t>
            </a:r>
            <a:r>
              <a:rPr lang="en-US" sz="2400">
                <a:solidFill>
                  <a:schemeClr val="dk1"/>
                </a:solidFill>
                <a:latin typeface="Times New Roman"/>
                <a:ea typeface="Times New Roman"/>
                <a:cs typeface="Times New Roman"/>
                <a:sym typeface="Times New Roman"/>
              </a:rPr>
              <a:t> based on secondary sources.</a:t>
            </a:r>
            <a:endParaRPr sz="24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400" b="1">
                <a:solidFill>
                  <a:schemeClr val="dk1"/>
                </a:solidFill>
                <a:latin typeface="Times New Roman"/>
                <a:ea typeface="Times New Roman"/>
                <a:cs typeface="Times New Roman"/>
                <a:sym typeface="Times New Roman"/>
              </a:rPr>
              <a:t>Steps:</a:t>
            </a:r>
            <a:endParaRPr sz="2400" b="1">
              <a:solidFill>
                <a:schemeClr val="dk1"/>
              </a:solidFill>
              <a:latin typeface="Times New Roman"/>
              <a:ea typeface="Times New Roman"/>
              <a:cs typeface="Times New Roman"/>
              <a:sym typeface="Times New Roman"/>
            </a:endParaRPr>
          </a:p>
          <a:p>
            <a:pPr marL="457200" lvl="0" indent="-381000" algn="l" rtl="0">
              <a:lnSpc>
                <a:spcPct val="115000"/>
              </a:lnSpc>
              <a:spcBef>
                <a:spcPts val="0"/>
              </a:spcBef>
              <a:spcAft>
                <a:spcPts val="0"/>
              </a:spcAft>
              <a:buClr>
                <a:schemeClr val="dk1"/>
              </a:buClr>
              <a:buSzPts val="2400"/>
              <a:buFont typeface="Times New Roman"/>
              <a:buAutoNum type="arabicPeriod"/>
            </a:pPr>
            <a:r>
              <a:rPr lang="en-US" sz="2400">
                <a:solidFill>
                  <a:schemeClr val="dk1"/>
                </a:solidFill>
                <a:latin typeface="Times New Roman"/>
                <a:ea typeface="Times New Roman"/>
                <a:cs typeface="Times New Roman"/>
                <a:sym typeface="Times New Roman"/>
              </a:rPr>
              <a:t>Review academic and educational materials on AI, ML, and DL</a:t>
            </a:r>
            <a:endParaRPr sz="2400">
              <a:solidFill>
                <a:schemeClr val="dk1"/>
              </a:solidFill>
              <a:latin typeface="Times New Roman"/>
              <a:ea typeface="Times New Roman"/>
              <a:cs typeface="Times New Roman"/>
              <a:sym typeface="Times New Roman"/>
            </a:endParaRPr>
          </a:p>
          <a:p>
            <a:pPr marL="457200" lvl="0" indent="-381000" algn="l" rtl="0">
              <a:lnSpc>
                <a:spcPct val="115000"/>
              </a:lnSpc>
              <a:spcBef>
                <a:spcPts val="0"/>
              </a:spcBef>
              <a:spcAft>
                <a:spcPts val="0"/>
              </a:spcAft>
              <a:buClr>
                <a:schemeClr val="dk1"/>
              </a:buClr>
              <a:buSzPts val="2400"/>
              <a:buFont typeface="Times New Roman"/>
              <a:buAutoNum type="arabicPeriod"/>
            </a:pPr>
            <a:r>
              <a:rPr lang="en-US" sz="2400">
                <a:solidFill>
                  <a:schemeClr val="dk1"/>
                </a:solidFill>
                <a:latin typeface="Times New Roman"/>
                <a:ea typeface="Times New Roman"/>
                <a:cs typeface="Times New Roman"/>
                <a:sym typeface="Times New Roman"/>
              </a:rPr>
              <a:t>Analyze neural network structures and learning processes</a:t>
            </a:r>
            <a:endParaRPr sz="2400">
              <a:solidFill>
                <a:schemeClr val="dk1"/>
              </a:solidFill>
              <a:latin typeface="Times New Roman"/>
              <a:ea typeface="Times New Roman"/>
              <a:cs typeface="Times New Roman"/>
              <a:sym typeface="Times New Roman"/>
            </a:endParaRPr>
          </a:p>
          <a:p>
            <a:pPr marL="457200" lvl="0" indent="-381000" algn="l" rtl="0">
              <a:lnSpc>
                <a:spcPct val="115000"/>
              </a:lnSpc>
              <a:spcBef>
                <a:spcPts val="0"/>
              </a:spcBef>
              <a:spcAft>
                <a:spcPts val="0"/>
              </a:spcAft>
              <a:buClr>
                <a:schemeClr val="dk1"/>
              </a:buClr>
              <a:buSzPts val="2400"/>
              <a:buFont typeface="Times New Roman"/>
              <a:buAutoNum type="arabicPeriod"/>
            </a:pPr>
            <a:r>
              <a:rPr lang="en-US" sz="2400">
                <a:solidFill>
                  <a:schemeClr val="dk1"/>
                </a:solidFill>
                <a:latin typeface="Times New Roman"/>
                <a:ea typeface="Times New Roman"/>
                <a:cs typeface="Times New Roman"/>
                <a:sym typeface="Times New Roman"/>
              </a:rPr>
              <a:t>Compare ML and DL based on:</a:t>
            </a:r>
            <a:endParaRPr sz="2400">
              <a:solidFill>
                <a:schemeClr val="dk1"/>
              </a:solidFill>
              <a:latin typeface="Times New Roman"/>
              <a:ea typeface="Times New Roman"/>
              <a:cs typeface="Times New Roman"/>
              <a:sym typeface="Times New Roman"/>
            </a:endParaRPr>
          </a:p>
          <a:p>
            <a:pPr marL="914400" lvl="1" indent="-381000" algn="l" rtl="0">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Data requirements</a:t>
            </a:r>
            <a:endParaRPr sz="2400">
              <a:solidFill>
                <a:schemeClr val="dk1"/>
              </a:solidFill>
              <a:latin typeface="Times New Roman"/>
              <a:ea typeface="Times New Roman"/>
              <a:cs typeface="Times New Roman"/>
              <a:sym typeface="Times New Roman"/>
            </a:endParaRPr>
          </a:p>
          <a:p>
            <a:pPr marL="914400" lvl="1" indent="-381000" algn="l" rtl="0">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complexity</a:t>
            </a:r>
            <a:endParaRPr sz="2400">
              <a:solidFill>
                <a:schemeClr val="dk1"/>
              </a:solidFill>
              <a:latin typeface="Times New Roman"/>
              <a:ea typeface="Times New Roman"/>
              <a:cs typeface="Times New Roman"/>
              <a:sym typeface="Times New Roman"/>
            </a:endParaRPr>
          </a:p>
          <a:p>
            <a:pPr marL="914400" lvl="1" indent="-381000" algn="l" rtl="0">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performance</a:t>
            </a:r>
            <a:endParaRPr sz="2400">
              <a:solidFill>
                <a:schemeClr val="dk1"/>
              </a:solidFill>
              <a:latin typeface="Times New Roman"/>
              <a:ea typeface="Times New Roman"/>
              <a:cs typeface="Times New Roman"/>
              <a:sym typeface="Times New Roman"/>
            </a:endParaRPr>
          </a:p>
          <a:p>
            <a:pPr marL="457200" lvl="0" indent="-381000" algn="l" rtl="0">
              <a:lnSpc>
                <a:spcPct val="115000"/>
              </a:lnSpc>
              <a:spcBef>
                <a:spcPts val="0"/>
              </a:spcBef>
              <a:spcAft>
                <a:spcPts val="0"/>
              </a:spcAft>
              <a:buClr>
                <a:schemeClr val="dk1"/>
              </a:buClr>
              <a:buSzPts val="2400"/>
              <a:buFont typeface="Times New Roman"/>
              <a:buAutoNum type="arabicPeriod"/>
            </a:pPr>
            <a:r>
              <a:rPr lang="en-US" sz="2400">
                <a:solidFill>
                  <a:schemeClr val="dk1"/>
                </a:solidFill>
                <a:latin typeface="Times New Roman"/>
                <a:ea typeface="Times New Roman"/>
                <a:cs typeface="Times New Roman"/>
                <a:sym typeface="Times New Roman"/>
              </a:rPr>
              <a:t>Use a digit-recognition neural network example to explain concepts</a:t>
            </a:r>
            <a:endParaRPr sz="2400">
              <a:solidFill>
                <a:schemeClr val="dk1"/>
              </a:solidFill>
              <a:latin typeface="Times New Roman"/>
              <a:ea typeface="Times New Roman"/>
              <a:cs typeface="Times New Roman"/>
              <a:sym typeface="Times New Roman"/>
            </a:endParaRPr>
          </a:p>
        </p:txBody>
      </p:sp>
      <p:sp>
        <p:nvSpPr>
          <p:cNvPr id="110" name="Google Shape;110;p1"/>
          <p:cNvSpPr txBox="1"/>
          <p:nvPr/>
        </p:nvSpPr>
        <p:spPr>
          <a:xfrm>
            <a:off x="15058650" y="9578650"/>
            <a:ext cx="14058900" cy="2770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800">
              <a:solidFill>
                <a:schemeClr val="dk1"/>
              </a:solidFill>
              <a:latin typeface="Times New Roman"/>
              <a:ea typeface="Times New Roman"/>
              <a:cs typeface="Times New Roman"/>
              <a:sym typeface="Times New Roman"/>
            </a:endParaRPr>
          </a:p>
        </p:txBody>
      </p:sp>
      <p:graphicFrame>
        <p:nvGraphicFramePr>
          <p:cNvPr id="111" name="Google Shape;111;p1"/>
          <p:cNvGraphicFramePr/>
          <p:nvPr/>
        </p:nvGraphicFramePr>
        <p:xfrm>
          <a:off x="14947963" y="9717913"/>
          <a:ext cx="13974900" cy="6979890"/>
        </p:xfrm>
        <a:graphic>
          <a:graphicData uri="http://schemas.openxmlformats.org/drawingml/2006/table">
            <a:tbl>
              <a:tblPr>
                <a:noFill/>
                <a:tableStyleId>{56836292-CA55-476A-ACBF-2B394FD55DD7}</a:tableStyleId>
              </a:tblPr>
              <a:tblGrid>
                <a:gridCol w="6987450">
                  <a:extLst>
                    <a:ext uri="{9D8B030D-6E8A-4147-A177-3AD203B41FA5}">
                      <a16:colId xmlns:a16="http://schemas.microsoft.com/office/drawing/2014/main" val="20000"/>
                    </a:ext>
                  </a:extLst>
                </a:gridCol>
                <a:gridCol w="6987450">
                  <a:extLst>
                    <a:ext uri="{9D8B030D-6E8A-4147-A177-3AD203B41FA5}">
                      <a16:colId xmlns:a16="http://schemas.microsoft.com/office/drawing/2014/main" val="20001"/>
                    </a:ext>
                  </a:extLst>
                </a:gridCol>
              </a:tblGrid>
              <a:tr h="6880550">
                <a:tc>
                  <a:txBody>
                    <a:bodyPr/>
                    <a:lstStyle/>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START</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Collect &amp; Review Sources</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(Coursera, TDS, GeeksforGeeks, 3Blue1Brown)</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Analyze AI, ML, DL Concepts</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Convert Image → Numerical Data</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(Pixels → Values 0–1)</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Process Through Neural Network</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(Input → Hidden Layers → Output)</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                                ───▶</a:t>
                      </a:r>
                      <a:endParaRPr sz="3300" b="1">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END (Conclusions)</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Evaluate Performance &amp; Concepts</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Compare ML vs DL Approaches</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Model Learns Patterns</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(Edges → Shapes → Digits)</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Activation Functions (ReLU / Sigmoid)Compare ML vs DL Approaches</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Apply Weights + Biases Evaluate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bl>
          </a:graphicData>
        </a:graphic>
      </p:graphicFrame>
      <p:pic>
        <p:nvPicPr>
          <p:cNvPr id="112" name="Google Shape;112;p1"/>
          <p:cNvPicPr preferRelativeResize="0"/>
          <p:nvPr/>
        </p:nvPicPr>
        <p:blipFill>
          <a:blip r:embed="rId5">
            <a:alphaModFix/>
          </a:blip>
          <a:stretch>
            <a:fillRect/>
          </a:stretch>
        </p:blipFill>
        <p:spPr>
          <a:xfrm>
            <a:off x="14992250" y="18262475"/>
            <a:ext cx="12296775" cy="5153025"/>
          </a:xfrm>
          <a:prstGeom prst="rect">
            <a:avLst/>
          </a:prstGeom>
          <a:noFill/>
          <a:ln>
            <a:noFill/>
          </a:ln>
        </p:spPr>
      </p:pic>
      <p:sp>
        <p:nvSpPr>
          <p:cNvPr id="113" name="Google Shape;113;p1"/>
          <p:cNvSpPr txBox="1"/>
          <p:nvPr/>
        </p:nvSpPr>
        <p:spPr>
          <a:xfrm>
            <a:off x="23470200" y="23415500"/>
            <a:ext cx="5693700" cy="4248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Step 1: Input Image (28×28 pixels)</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Step 2: Convert to numbers (0–1 grayscale)</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Step 3: Hidden Layer 1 → detects edges</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Step 4: Hidden Layer 2 → detects shapes</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Step 5: Hidden Layer 3 → detects patterns</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Step 6: Output Layer → predicts digit (0–9)</a:t>
            </a:r>
            <a:endParaRPr sz="2400">
              <a:solidFill>
                <a:schemeClr val="dk1"/>
              </a:solidFill>
              <a:latin typeface="Times New Roman"/>
              <a:ea typeface="Times New Roman"/>
              <a:cs typeface="Times New Roman"/>
              <a:sym typeface="Times New Roman"/>
            </a:endParaRPr>
          </a:p>
        </p:txBody>
      </p:sp>
      <p:sp>
        <p:nvSpPr>
          <p:cNvPr id="114" name="Google Shape;114;p1"/>
          <p:cNvSpPr txBox="1"/>
          <p:nvPr/>
        </p:nvSpPr>
        <p:spPr>
          <a:xfrm>
            <a:off x="15044648" y="23534975"/>
            <a:ext cx="10440000" cy="9272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None/>
            </a:pPr>
            <a:r>
              <a:rPr lang="en-US" sz="2400">
                <a:solidFill>
                  <a:schemeClr val="dk1"/>
                </a:solidFill>
                <a:latin typeface="Times New Roman"/>
                <a:ea typeface="Times New Roman"/>
                <a:cs typeface="Times New Roman"/>
                <a:sym typeface="Times New Roman"/>
              </a:rPr>
              <a:t>A neural network consists of multiple layers:</a:t>
            </a:r>
            <a:endParaRPr sz="2400">
              <a:solidFill>
                <a:schemeClr val="dk1"/>
              </a:solidFill>
              <a:latin typeface="Times New Roman"/>
              <a:ea typeface="Times New Roman"/>
              <a:cs typeface="Times New Roman"/>
              <a:sym typeface="Times New Roman"/>
            </a:endParaRPr>
          </a:p>
          <a:p>
            <a:pPr marL="0" lvl="0" indent="457200" algn="l" rtl="0">
              <a:lnSpc>
                <a:spcPct val="115000"/>
              </a:lnSpc>
              <a:spcBef>
                <a:spcPts val="2400"/>
              </a:spcBef>
              <a:spcAft>
                <a:spcPts val="0"/>
              </a:spcAft>
              <a:buNone/>
            </a:pPr>
            <a:r>
              <a:rPr lang="en-US" sz="2400" b="1">
                <a:solidFill>
                  <a:schemeClr val="dk1"/>
                </a:solidFill>
                <a:latin typeface="Times New Roman"/>
                <a:ea typeface="Times New Roman"/>
                <a:cs typeface="Times New Roman"/>
                <a:sym typeface="Times New Roman"/>
              </a:rPr>
              <a:t>Input Layer</a:t>
            </a:r>
            <a:endParaRPr sz="2400" b="1">
              <a:solidFill>
                <a:schemeClr val="dk1"/>
              </a:solidFill>
              <a:latin typeface="Times New Roman"/>
              <a:ea typeface="Times New Roman"/>
              <a:cs typeface="Times New Roman"/>
              <a:sym typeface="Times New Roman"/>
            </a:endParaRPr>
          </a:p>
          <a:p>
            <a:pPr marL="914400" lvl="0" indent="-381000" algn="l" rtl="0">
              <a:lnSpc>
                <a:spcPct val="115000"/>
              </a:lnSpc>
              <a:spcBef>
                <a:spcPts val="24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Receives raw data (e.g., 28×28 pixel image = 784 inputs)</a:t>
            </a:r>
            <a:endParaRPr sz="2400">
              <a:solidFill>
                <a:schemeClr val="dk1"/>
              </a:solidFill>
              <a:latin typeface="Times New Roman"/>
              <a:ea typeface="Times New Roman"/>
              <a:cs typeface="Times New Roman"/>
              <a:sym typeface="Times New Roman"/>
            </a:endParaRPr>
          </a:p>
          <a:p>
            <a:pPr marL="0" lvl="0" indent="457200" algn="l" rtl="0">
              <a:lnSpc>
                <a:spcPct val="115000"/>
              </a:lnSpc>
              <a:spcBef>
                <a:spcPts val="2400"/>
              </a:spcBef>
              <a:spcAft>
                <a:spcPts val="0"/>
              </a:spcAft>
              <a:buNone/>
            </a:pPr>
            <a:r>
              <a:rPr lang="en-US" sz="2400" b="1">
                <a:solidFill>
                  <a:schemeClr val="dk1"/>
                </a:solidFill>
                <a:latin typeface="Times New Roman"/>
                <a:ea typeface="Times New Roman"/>
                <a:cs typeface="Times New Roman"/>
                <a:sym typeface="Times New Roman"/>
              </a:rPr>
              <a:t> Hidden Layers</a:t>
            </a:r>
            <a:endParaRPr sz="2400" b="1">
              <a:solidFill>
                <a:schemeClr val="dk1"/>
              </a:solidFill>
              <a:latin typeface="Times New Roman"/>
              <a:ea typeface="Times New Roman"/>
              <a:cs typeface="Times New Roman"/>
              <a:sym typeface="Times New Roman"/>
            </a:endParaRPr>
          </a:p>
          <a:p>
            <a:pPr marL="914400" lvl="0" indent="-381000" algn="l" rtl="0">
              <a:lnSpc>
                <a:spcPct val="115000"/>
              </a:lnSpc>
              <a:spcBef>
                <a:spcPts val="24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Perform computations using:</a:t>
            </a:r>
            <a:endParaRPr sz="2400">
              <a:solidFill>
                <a:schemeClr val="dk1"/>
              </a:solidFill>
              <a:latin typeface="Times New Roman"/>
              <a:ea typeface="Times New Roman"/>
              <a:cs typeface="Times New Roman"/>
              <a:sym typeface="Times New Roman"/>
            </a:endParaRPr>
          </a:p>
          <a:p>
            <a:pPr marL="1371600" lvl="1" indent="-381000" algn="l" rtl="0">
              <a:lnSpc>
                <a:spcPct val="115000"/>
              </a:lnSpc>
              <a:spcBef>
                <a:spcPts val="0"/>
              </a:spcBef>
              <a:spcAft>
                <a:spcPts val="0"/>
              </a:spcAft>
              <a:buClr>
                <a:schemeClr val="dk1"/>
              </a:buClr>
              <a:buSzPts val="2400"/>
              <a:buFont typeface="Times New Roman"/>
              <a:buChar char="○"/>
            </a:pPr>
            <a:r>
              <a:rPr lang="en-US" sz="2400" b="1">
                <a:solidFill>
                  <a:schemeClr val="dk1"/>
                </a:solidFill>
                <a:latin typeface="Times New Roman"/>
                <a:ea typeface="Times New Roman"/>
                <a:cs typeface="Times New Roman"/>
                <a:sym typeface="Times New Roman"/>
              </a:rPr>
              <a:t>Weights</a:t>
            </a:r>
            <a:r>
              <a:rPr lang="en-US" sz="2400">
                <a:solidFill>
                  <a:schemeClr val="dk1"/>
                </a:solidFill>
                <a:latin typeface="Times New Roman"/>
                <a:ea typeface="Times New Roman"/>
                <a:cs typeface="Times New Roman"/>
                <a:sym typeface="Times New Roman"/>
              </a:rPr>
              <a:t> (importance of inputs)</a:t>
            </a:r>
            <a:endParaRPr sz="2400">
              <a:solidFill>
                <a:schemeClr val="dk1"/>
              </a:solidFill>
              <a:latin typeface="Times New Roman"/>
              <a:ea typeface="Times New Roman"/>
              <a:cs typeface="Times New Roman"/>
              <a:sym typeface="Times New Roman"/>
            </a:endParaRPr>
          </a:p>
          <a:p>
            <a:pPr marL="1371600" lvl="1" indent="-381000" algn="l" rtl="0">
              <a:lnSpc>
                <a:spcPct val="115000"/>
              </a:lnSpc>
              <a:spcBef>
                <a:spcPts val="0"/>
              </a:spcBef>
              <a:spcAft>
                <a:spcPts val="0"/>
              </a:spcAft>
              <a:buClr>
                <a:schemeClr val="dk1"/>
              </a:buClr>
              <a:buSzPts val="2400"/>
              <a:buFont typeface="Times New Roman"/>
              <a:buChar char="○"/>
            </a:pPr>
            <a:r>
              <a:rPr lang="en-US" sz="2400" b="1">
                <a:solidFill>
                  <a:schemeClr val="dk1"/>
                </a:solidFill>
                <a:latin typeface="Times New Roman"/>
                <a:ea typeface="Times New Roman"/>
                <a:cs typeface="Times New Roman"/>
                <a:sym typeface="Times New Roman"/>
              </a:rPr>
              <a:t>Biases</a:t>
            </a:r>
            <a:r>
              <a:rPr lang="en-US" sz="2400">
                <a:solidFill>
                  <a:schemeClr val="dk1"/>
                </a:solidFill>
                <a:latin typeface="Times New Roman"/>
                <a:ea typeface="Times New Roman"/>
                <a:cs typeface="Times New Roman"/>
                <a:sym typeface="Times New Roman"/>
              </a:rPr>
              <a:t> (activation thresholds)</a:t>
            </a:r>
            <a:endParaRPr sz="2400">
              <a:solidFill>
                <a:schemeClr val="dk1"/>
              </a:solidFill>
              <a:latin typeface="Times New Roman"/>
              <a:ea typeface="Times New Roman"/>
              <a:cs typeface="Times New Roman"/>
              <a:sym typeface="Times New Roman"/>
            </a:endParaRPr>
          </a:p>
          <a:p>
            <a:pPr marL="914400" lvl="0" indent="-381000" algn="l" rtl="0">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Detect patterns such as edges and shapes</a:t>
            </a:r>
            <a:endParaRPr sz="2400">
              <a:solidFill>
                <a:schemeClr val="dk1"/>
              </a:solidFill>
              <a:latin typeface="Times New Roman"/>
              <a:ea typeface="Times New Roman"/>
              <a:cs typeface="Times New Roman"/>
              <a:sym typeface="Times New Roman"/>
            </a:endParaRPr>
          </a:p>
          <a:p>
            <a:pPr marL="0" lvl="0" indent="457200" algn="l" rtl="0">
              <a:lnSpc>
                <a:spcPct val="115000"/>
              </a:lnSpc>
              <a:spcBef>
                <a:spcPts val="2400"/>
              </a:spcBef>
              <a:spcAft>
                <a:spcPts val="0"/>
              </a:spcAft>
              <a:buNone/>
            </a:pPr>
            <a:r>
              <a:rPr lang="en-US" sz="2400" b="1">
                <a:solidFill>
                  <a:schemeClr val="dk1"/>
                </a:solidFill>
                <a:latin typeface="Times New Roman"/>
                <a:ea typeface="Times New Roman"/>
                <a:cs typeface="Times New Roman"/>
                <a:sym typeface="Times New Roman"/>
              </a:rPr>
              <a:t> Output Layer</a:t>
            </a:r>
            <a:endParaRPr sz="2400" b="1">
              <a:solidFill>
                <a:schemeClr val="dk1"/>
              </a:solidFill>
              <a:latin typeface="Times New Roman"/>
              <a:ea typeface="Times New Roman"/>
              <a:cs typeface="Times New Roman"/>
              <a:sym typeface="Times New Roman"/>
            </a:endParaRPr>
          </a:p>
          <a:p>
            <a:pPr marL="914400" lvl="0" indent="-381000" algn="l" rtl="0">
              <a:lnSpc>
                <a:spcPct val="115000"/>
              </a:lnSpc>
              <a:spcBef>
                <a:spcPts val="24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Produces final classification (e.g., digits 0–9)</a:t>
            </a:r>
            <a:endParaRPr sz="2400">
              <a:solidFill>
                <a:schemeClr val="dk1"/>
              </a:solidFill>
              <a:latin typeface="Times New Roman"/>
              <a:ea typeface="Times New Roman"/>
              <a:cs typeface="Times New Roman"/>
              <a:sym typeface="Times New Roman"/>
            </a:endParaRPr>
          </a:p>
          <a:p>
            <a:pPr marL="0" lvl="0" indent="0" algn="l" rtl="0">
              <a:lnSpc>
                <a:spcPct val="115000"/>
              </a:lnSpc>
              <a:spcBef>
                <a:spcPts val="2400"/>
              </a:spcBef>
              <a:spcAft>
                <a:spcPts val="0"/>
              </a:spcAft>
              <a:buNone/>
            </a:pPr>
            <a:r>
              <a:rPr lang="en-US" sz="2400">
                <a:solidFill>
                  <a:schemeClr val="dk1"/>
                </a:solidFill>
                <a:latin typeface="Times New Roman"/>
                <a:ea typeface="Times New Roman"/>
                <a:cs typeface="Times New Roman"/>
                <a:sym typeface="Times New Roman"/>
              </a:rPr>
              <a:t>Neural networks function mathematically as:</a:t>
            </a:r>
            <a:endParaRPr sz="2400">
              <a:solidFill>
                <a:schemeClr val="dk1"/>
              </a:solidFill>
              <a:latin typeface="Times New Roman"/>
              <a:ea typeface="Times New Roman"/>
              <a:cs typeface="Times New Roman"/>
              <a:sym typeface="Times New Roman"/>
            </a:endParaRPr>
          </a:p>
          <a:p>
            <a:pPr marL="914400" lvl="0" indent="-381000" algn="l" rtl="0">
              <a:lnSpc>
                <a:spcPct val="115000"/>
              </a:lnSpc>
              <a:spcBef>
                <a:spcPts val="24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Weighted sums of inputs</a:t>
            </a:r>
            <a:endParaRPr sz="2400">
              <a:solidFill>
                <a:schemeClr val="dk1"/>
              </a:solidFill>
              <a:latin typeface="Times New Roman"/>
              <a:ea typeface="Times New Roman"/>
              <a:cs typeface="Times New Roman"/>
              <a:sym typeface="Times New Roman"/>
            </a:endParaRPr>
          </a:p>
          <a:p>
            <a:pPr marL="914400" lvl="0" indent="-381000" algn="l" rtl="0">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Passed through activation functions (e.g., sigmoid, ReLU)</a:t>
            </a:r>
            <a:endParaRPr sz="2400">
              <a:solidFill>
                <a:schemeClr val="dk1"/>
              </a:solidFill>
              <a:latin typeface="Times New Roman"/>
              <a:ea typeface="Times New Roman"/>
              <a:cs typeface="Times New Roman"/>
              <a:sym typeface="Times New Roman"/>
            </a:endParaRPr>
          </a:p>
          <a:p>
            <a:pPr marL="0" lvl="0" indent="0" algn="l" rtl="0">
              <a:lnSpc>
                <a:spcPct val="115000"/>
              </a:lnSpc>
              <a:spcBef>
                <a:spcPts val="2400"/>
              </a:spcBef>
              <a:spcAft>
                <a:spcPts val="2400"/>
              </a:spcAft>
              <a:buNone/>
            </a:pPr>
            <a:r>
              <a:rPr lang="en-US" sz="2400">
                <a:solidFill>
                  <a:schemeClr val="dk1"/>
                </a:solidFill>
                <a:latin typeface="Times New Roman"/>
                <a:ea typeface="Times New Roman"/>
                <a:cs typeface="Times New Roman"/>
                <a:sym typeface="Times New Roman"/>
              </a:rPr>
              <a:t>This layered structure allows systems to learn increasingly complex representations.</a:t>
            </a:r>
            <a:endParaRPr sz="2400">
              <a:solidFill>
                <a:schemeClr val="dk1"/>
              </a:solidFill>
              <a:latin typeface="Times New Roman"/>
              <a:ea typeface="Times New Roman"/>
              <a:cs typeface="Times New Roman"/>
              <a:sym typeface="Times New Roman"/>
            </a:endParaRPr>
          </a:p>
        </p:txBody>
      </p:sp>
      <p:sp>
        <p:nvSpPr>
          <p:cNvPr id="115" name="Google Shape;115;p1"/>
          <p:cNvSpPr txBox="1"/>
          <p:nvPr/>
        </p:nvSpPr>
        <p:spPr>
          <a:xfrm>
            <a:off x="29408300" y="20394738"/>
            <a:ext cx="14443500" cy="75885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US" sz="2300">
                <a:solidFill>
                  <a:schemeClr val="dk1"/>
                </a:solidFill>
              </a:rPr>
              <a:t>The findings show that combining machine learning (ML) and deep learning (DL) creates more powerful and adaptable systems, especially for complex real-world data</a:t>
            </a:r>
            <a:endParaRPr sz="2300">
              <a:solidFill>
                <a:schemeClr val="dk1"/>
              </a:solidFill>
            </a:endParaRPr>
          </a:p>
          <a:p>
            <a:pPr marL="0" lvl="0" indent="0" algn="l" rtl="0">
              <a:spcBef>
                <a:spcPts val="0"/>
              </a:spcBef>
              <a:spcAft>
                <a:spcPts val="0"/>
              </a:spcAft>
              <a:buNone/>
            </a:pPr>
            <a:r>
              <a:rPr lang="en-US" sz="2300">
                <a:solidFill>
                  <a:schemeClr val="dk1"/>
                </a:solidFill>
              </a:rPr>
              <a:t>Deep learning is highly effective for unstructured data like images, text, and audio, while traditional ML works well for structured and simpler tasks, making model selection important</a:t>
            </a:r>
            <a:endParaRPr sz="2300">
              <a:solidFill>
                <a:schemeClr val="dk1"/>
              </a:solidFill>
            </a:endParaRPr>
          </a:p>
          <a:p>
            <a:pPr marL="0" lvl="0" indent="0" algn="l" rtl="0">
              <a:spcBef>
                <a:spcPts val="0"/>
              </a:spcBef>
              <a:spcAft>
                <a:spcPts val="0"/>
              </a:spcAft>
              <a:buNone/>
            </a:pPr>
            <a:r>
              <a:rPr lang="en-US" sz="2300">
                <a:solidFill>
                  <a:schemeClr val="dk1"/>
                </a:solidFill>
              </a:rPr>
              <a:t>ML and DL have a strong impact across industries, especially in healthcare, finance, autonomous systems, and natural language processing, improving accuracy and automation</a:t>
            </a:r>
            <a:endParaRPr sz="2300">
              <a:solidFill>
                <a:schemeClr val="dk1"/>
              </a:solidFill>
            </a:endParaRPr>
          </a:p>
          <a:p>
            <a:pPr marL="0" lvl="0" indent="0" algn="l" rtl="0">
              <a:spcBef>
                <a:spcPts val="0"/>
              </a:spcBef>
              <a:spcAft>
                <a:spcPts val="0"/>
              </a:spcAft>
              <a:buNone/>
            </a:pPr>
            <a:r>
              <a:rPr lang="en-US" sz="2300">
                <a:solidFill>
                  <a:schemeClr val="dk1"/>
                </a:solidFill>
              </a:rPr>
              <a:t>However, their performance depends on large labeled datasets and high computational power, which can limit use in smaller or resource-limited settings</a:t>
            </a:r>
            <a:endParaRPr sz="2300">
              <a:solidFill>
                <a:schemeClr val="dk1"/>
              </a:solidFill>
            </a:endParaRPr>
          </a:p>
          <a:p>
            <a:pPr marL="0" lvl="0" indent="0" algn="l" rtl="0">
              <a:spcBef>
                <a:spcPts val="0"/>
              </a:spcBef>
              <a:spcAft>
                <a:spcPts val="0"/>
              </a:spcAft>
              <a:buNone/>
            </a:pPr>
            <a:r>
              <a:rPr lang="en-US" sz="2300">
                <a:solidFill>
                  <a:schemeClr val="dk1"/>
                </a:solidFill>
              </a:rPr>
              <a:t>A key challenge is the “black-box” nature of DL models, which reduces transparency and makes decision-making difficult to interpret in critical applications</a:t>
            </a:r>
            <a:endParaRPr sz="2300">
              <a:solidFill>
                <a:schemeClr val="dk1"/>
              </a:solidFill>
            </a:endParaRPr>
          </a:p>
          <a:p>
            <a:pPr marL="0" lvl="0" indent="0" algn="l" rtl="0">
              <a:spcBef>
                <a:spcPts val="0"/>
              </a:spcBef>
              <a:spcAft>
                <a:spcPts val="0"/>
              </a:spcAft>
              <a:buNone/>
            </a:pPr>
            <a:r>
              <a:rPr lang="en-US" sz="2300">
                <a:solidFill>
                  <a:schemeClr val="dk1"/>
                </a:solidFill>
              </a:rPr>
              <a:t>Emerging methods such as transfer learning, explainable AI (XAI), and federated learning help improve efficiency, privacy, and interpretability</a:t>
            </a:r>
            <a:endParaRPr sz="2300">
              <a:solidFill>
                <a:schemeClr val="dk1"/>
              </a:solidFill>
            </a:endParaRPr>
          </a:p>
          <a:p>
            <a:pPr marL="0" lvl="0" indent="0" algn="l" rtl="0">
              <a:spcBef>
                <a:spcPts val="0"/>
              </a:spcBef>
              <a:spcAft>
                <a:spcPts val="0"/>
              </a:spcAft>
              <a:buNone/>
            </a:pPr>
            <a:r>
              <a:rPr lang="en-US" sz="2300">
                <a:solidFill>
                  <a:schemeClr val="dk1"/>
                </a:solidFill>
              </a:rPr>
              <a:t>In conclusion, ML and DL are essential to modern AI, significantly improving prediction, automation, and decision-making across many fields</a:t>
            </a:r>
            <a:endParaRPr sz="2300">
              <a:solidFill>
                <a:schemeClr val="dk1"/>
              </a:solidFill>
            </a:endParaRPr>
          </a:p>
          <a:p>
            <a:pPr marL="0" lvl="0" indent="0" algn="l" rtl="0">
              <a:spcBef>
                <a:spcPts val="0"/>
              </a:spcBef>
              <a:spcAft>
                <a:spcPts val="0"/>
              </a:spcAft>
              <a:buNone/>
            </a:pPr>
            <a:r>
              <a:rPr lang="en-US" sz="2300">
                <a:solidFill>
                  <a:schemeClr val="dk1"/>
                </a:solidFill>
              </a:rPr>
              <a:t>Despite their success, challenges like data requirements, computational cost, interpretability, and ethics still need to be addressed</a:t>
            </a:r>
            <a:endParaRPr sz="2300">
              <a:solidFill>
                <a:schemeClr val="dk1"/>
              </a:solidFill>
            </a:endParaRPr>
          </a:p>
          <a:p>
            <a:pPr marL="0" lvl="0" indent="0" algn="l" rtl="0">
              <a:spcBef>
                <a:spcPts val="0"/>
              </a:spcBef>
              <a:spcAft>
                <a:spcPts val="0"/>
              </a:spcAft>
              <a:buNone/>
            </a:pPr>
            <a:r>
              <a:rPr lang="en-US" sz="2300">
                <a:solidFill>
                  <a:schemeClr val="dk1"/>
                </a:solidFill>
              </a:rPr>
              <a:t>Future research will focus on building more efficient, transparent, and scalable models, expanding into areas like healthcare, smart systems, and climate applications</a:t>
            </a:r>
            <a:endParaRPr sz="2300">
              <a:solidFill>
                <a:schemeClr val="dk1"/>
              </a:solidFill>
            </a:endParaRPr>
          </a:p>
          <a:p>
            <a:pPr marL="0" lvl="0" indent="0" algn="l" rtl="0">
              <a:spcBef>
                <a:spcPts val="0"/>
              </a:spcBef>
              <a:spcAft>
                <a:spcPts val="0"/>
              </a:spcAft>
              <a:buNone/>
            </a:pPr>
            <a:r>
              <a:rPr lang="en-US" sz="2300">
                <a:solidFill>
                  <a:schemeClr val="dk1"/>
                </a:solidFill>
              </a:rPr>
              <a:t>Overall, ML and DL will continue driving innovation and shaping the future of artificial intelligence and society</a:t>
            </a:r>
            <a:endParaRPr sz="2300">
              <a:solidFill>
                <a:schemeClr val="dk1"/>
              </a:solidFill>
            </a:endParaRPr>
          </a:p>
          <a:p>
            <a:pPr marL="0" lvl="0" indent="0" algn="l" rtl="0">
              <a:spcBef>
                <a:spcPts val="0"/>
              </a:spcBef>
              <a:spcAft>
                <a:spcPts val="0"/>
              </a:spcAft>
              <a:buClr>
                <a:schemeClr val="dk1"/>
              </a:buClr>
              <a:buSzPts val="1100"/>
              <a:buFont typeface="Arial"/>
              <a:buNone/>
            </a:pPr>
            <a:endParaRPr sz="2100">
              <a:solidFill>
                <a:schemeClr val="dk1"/>
              </a:solidFill>
            </a:endParaRPr>
          </a:p>
          <a:p>
            <a:pPr marL="0" lvl="0" indent="0" algn="l" rtl="0">
              <a:spcBef>
                <a:spcPts val="0"/>
              </a:spcBef>
              <a:spcAft>
                <a:spcPts val="0"/>
              </a:spcAft>
              <a:buNone/>
            </a:pPr>
            <a:endParaRPr sz="23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2345</Words>
  <Application>Microsoft Office PowerPoint</Application>
  <PresentationFormat>Custom</PresentationFormat>
  <Paragraphs>152</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Times New Roman</vt:lpstr>
      <vt:lpstr>Default Design</vt:lpstr>
      <vt:lpstr>Machine Learning and Deep Learning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Dave Goorahoo</dc:creator>
  <cp:lastModifiedBy>ramu naidu</cp:lastModifiedBy>
  <cp:revision>1</cp:revision>
  <dcterms:created xsi:type="dcterms:W3CDTF">2000-11-02T22:21:55Z</dcterms:created>
  <dcterms:modified xsi:type="dcterms:W3CDTF">2026-04-28T21:22:58Z</dcterms:modified>
</cp:coreProperties>
</file>