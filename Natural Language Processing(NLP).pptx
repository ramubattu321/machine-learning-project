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6858000" cy="97107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000000"/>
          </p15:clr>
        </p15:guide>
        <p15:guide id="2" pos="13824">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 roundtripDataSignature="AMtx7miQ93xdq6vOSTYI2Kqcv5g4IwS1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BA275C-D2D1-4D91-9EFC-0688CEABB15F}">
  <a:tblStyle styleId="{AFBA275C-D2D1-4D91-9EFC-0688CEABB15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 d="100"/>
          <a:sy n="12" d="100"/>
        </p:scale>
        <p:origin x="1548" y="88"/>
      </p:cViewPr>
      <p:guideLst>
        <p:guide orient="horz" pos="10368"/>
        <p:guide pos="1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customschemas.google.com/relationships/presentationmetadata" Target="metadata"/><Relationship Id="rId3"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heme" Target="theme/theme1.xml"/><Relationship Id="rId10" Type="http://schemas.openxmlformats.org/officeDocument/2006/relationships/viewProps" Target="viewProps.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857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2" y="0"/>
            <a:ext cx="2971800" cy="4857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003300" y="728662"/>
            <a:ext cx="4852987" cy="36401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613275"/>
            <a:ext cx="5486400" cy="436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223375"/>
            <a:ext cx="2971800" cy="4857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2" y="9223375"/>
            <a:ext cx="2971800" cy="4857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p:nvPr/>
        </p:nvSpPr>
        <p:spPr>
          <a:xfrm>
            <a:off x="3884612" y="9223375"/>
            <a:ext cx="2971800" cy="485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8000"/>
              <a:buFont typeface="Times New Roman"/>
              <a:buNone/>
            </a:pPr>
            <a:fld id="{00000000-1234-1234-1234-123412341234}" type="slidenum">
              <a:rPr lang="en-US" sz="8000" b="1" i="0" u="none" strike="noStrike" cap="none">
                <a:solidFill>
                  <a:srgbClr val="000000"/>
                </a:solidFill>
                <a:latin typeface="Times New Roman"/>
                <a:ea typeface="Times New Roman"/>
                <a:cs typeface="Times New Roman"/>
                <a:sym typeface="Times New Roman"/>
              </a:rPr>
              <a:t>1</a:t>
            </a:fld>
            <a:endParaRPr sz="1400" b="0" i="0" u="none" strike="noStrike" cap="none">
              <a:solidFill>
                <a:srgbClr val="000000"/>
              </a:solidFill>
              <a:latin typeface="Arial"/>
              <a:ea typeface="Arial"/>
              <a:cs typeface="Arial"/>
              <a:sym typeface="Arial"/>
            </a:endParaRPr>
          </a:p>
        </p:txBody>
      </p:sp>
      <p:sp>
        <p:nvSpPr>
          <p:cNvPr id="86" name="Google Shape;86;p1:notes"/>
          <p:cNvSpPr>
            <a:spLocks noGrp="1" noRot="1" noChangeAspect="1"/>
          </p:cNvSpPr>
          <p:nvPr>
            <p:ph type="sldImg" idx="2"/>
          </p:nvPr>
        </p:nvSpPr>
        <p:spPr>
          <a:xfrm>
            <a:off x="1003300" y="728663"/>
            <a:ext cx="4852988" cy="36401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1:notes"/>
          <p:cNvSpPr txBox="1">
            <a:spLocks noGrp="1"/>
          </p:cNvSpPr>
          <p:nvPr>
            <p:ph type="body" idx="1"/>
          </p:nvPr>
        </p:nvSpPr>
        <p:spPr>
          <a:xfrm>
            <a:off x="685800" y="4613275"/>
            <a:ext cx="5486400" cy="436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3"/>
          <p:cNvSpPr txBox="1">
            <a:spLocks noGrp="1"/>
          </p:cNvSpPr>
          <p:nvPr>
            <p:ph type="body" idx="1"/>
          </p:nvPr>
        </p:nvSpPr>
        <p:spPr>
          <a:xfrm>
            <a:off x="3290888" y="9510713"/>
            <a:ext cx="18578512" cy="19750087"/>
          </a:xfrm>
          <a:prstGeom prst="rect">
            <a:avLst/>
          </a:prstGeom>
          <a:noFill/>
          <a:ln>
            <a:noFill/>
          </a:ln>
        </p:spPr>
        <p:txBody>
          <a:bodyPr spcFirstLastPara="1" wrap="square" lIns="480700" tIns="240350" rIns="480700" bIns="240350" anchor="t" anchorCtr="0">
            <a:noAutofit/>
          </a:bodyPr>
          <a:lstStyle>
            <a:lvl1pPr marL="457200" lvl="0" indent="-406400" algn="l">
              <a:lnSpc>
                <a:spcPct val="100000"/>
              </a:lnSpc>
              <a:spcBef>
                <a:spcPts val="560"/>
              </a:spcBef>
              <a:spcAft>
                <a:spcPts val="0"/>
              </a:spcAft>
              <a:buClr>
                <a:schemeClr val="dk1"/>
              </a:buClr>
              <a:buSzPts val="2800"/>
              <a:buFont typeface="Times New Roman"/>
              <a:buChar char="•"/>
              <a:defRPr sz="2800"/>
            </a:lvl1pPr>
            <a:lvl2pPr marL="914400" lvl="1" indent="-381000" algn="l">
              <a:lnSpc>
                <a:spcPct val="100000"/>
              </a:lnSpc>
              <a:spcBef>
                <a:spcPts val="480"/>
              </a:spcBef>
              <a:spcAft>
                <a:spcPts val="0"/>
              </a:spcAft>
              <a:buClr>
                <a:schemeClr val="dk1"/>
              </a:buClr>
              <a:buSzPts val="2400"/>
              <a:buFont typeface="Times New Roman"/>
              <a:buChar char="–"/>
              <a:defRPr sz="2400"/>
            </a:lvl2pPr>
            <a:lvl3pPr marL="1371600" lvl="2" indent="-355600" algn="l">
              <a:lnSpc>
                <a:spcPct val="100000"/>
              </a:lnSpc>
              <a:spcBef>
                <a:spcPts val="400"/>
              </a:spcBef>
              <a:spcAft>
                <a:spcPts val="0"/>
              </a:spcAft>
              <a:buClr>
                <a:schemeClr val="dk1"/>
              </a:buClr>
              <a:buSzPts val="2000"/>
              <a:buFont typeface="Times New Roman"/>
              <a:buChar char="•"/>
              <a:defRPr sz="2000"/>
            </a:lvl3pPr>
            <a:lvl4pPr marL="1828800" lvl="3" indent="-342900" algn="l">
              <a:lnSpc>
                <a:spcPct val="100000"/>
              </a:lnSpc>
              <a:spcBef>
                <a:spcPts val="360"/>
              </a:spcBef>
              <a:spcAft>
                <a:spcPts val="0"/>
              </a:spcAft>
              <a:buClr>
                <a:schemeClr val="dk1"/>
              </a:buClr>
              <a:buSzPts val="1800"/>
              <a:buFont typeface="Times New Roman"/>
              <a:buChar char="–"/>
              <a:defRPr sz="1800"/>
            </a:lvl4pPr>
            <a:lvl5pPr marL="2286000" lvl="4" indent="-342900" algn="l">
              <a:lnSpc>
                <a:spcPct val="100000"/>
              </a:lnSpc>
              <a:spcBef>
                <a:spcPts val="360"/>
              </a:spcBef>
              <a:spcAft>
                <a:spcPts val="0"/>
              </a:spcAft>
              <a:buClr>
                <a:schemeClr val="dk1"/>
              </a:buClr>
              <a:buSzPts val="1800"/>
              <a:buFont typeface="Times New Roman"/>
              <a:buChar char="»"/>
              <a:defRPr sz="1800"/>
            </a:lvl5pPr>
            <a:lvl6pPr marL="2743200" lvl="5" indent="-342900" algn="l">
              <a:lnSpc>
                <a:spcPct val="100000"/>
              </a:lnSpc>
              <a:spcBef>
                <a:spcPts val="360"/>
              </a:spcBef>
              <a:spcAft>
                <a:spcPts val="0"/>
              </a:spcAft>
              <a:buClr>
                <a:schemeClr val="dk1"/>
              </a:buClr>
              <a:buSzPts val="1800"/>
              <a:buFont typeface="Times New Roman"/>
              <a:buChar char="»"/>
              <a:defRPr sz="1800"/>
            </a:lvl6pPr>
            <a:lvl7pPr marL="3200400" lvl="6" indent="-342900" algn="l">
              <a:lnSpc>
                <a:spcPct val="100000"/>
              </a:lnSpc>
              <a:spcBef>
                <a:spcPts val="360"/>
              </a:spcBef>
              <a:spcAft>
                <a:spcPts val="0"/>
              </a:spcAft>
              <a:buClr>
                <a:schemeClr val="dk1"/>
              </a:buClr>
              <a:buSzPts val="1800"/>
              <a:buFont typeface="Times New Roman"/>
              <a:buChar char="»"/>
              <a:defRPr sz="1800"/>
            </a:lvl7pPr>
            <a:lvl8pPr marL="3657600" lvl="7" indent="-342900" algn="l">
              <a:lnSpc>
                <a:spcPct val="100000"/>
              </a:lnSpc>
              <a:spcBef>
                <a:spcPts val="360"/>
              </a:spcBef>
              <a:spcAft>
                <a:spcPts val="0"/>
              </a:spcAft>
              <a:buClr>
                <a:schemeClr val="dk1"/>
              </a:buClr>
              <a:buSzPts val="1800"/>
              <a:buFont typeface="Times New Roman"/>
              <a:buChar char="»"/>
              <a:defRPr sz="1800"/>
            </a:lvl8pPr>
            <a:lvl9pPr marL="4114800" lvl="8" indent="-342900" algn="l">
              <a:lnSpc>
                <a:spcPct val="100000"/>
              </a:lnSpc>
              <a:spcBef>
                <a:spcPts val="360"/>
              </a:spcBef>
              <a:spcAft>
                <a:spcPts val="0"/>
              </a:spcAft>
              <a:buClr>
                <a:schemeClr val="dk1"/>
              </a:buClr>
              <a:buSzPts val="1800"/>
              <a:buFont typeface="Times New Roman"/>
              <a:buChar char="»"/>
              <a:defRPr sz="1800"/>
            </a:lvl9pPr>
          </a:lstStyle>
          <a:p>
            <a:endParaRPr/>
          </a:p>
        </p:txBody>
      </p:sp>
      <p:sp>
        <p:nvSpPr>
          <p:cNvPr id="18" name="Google Shape;18;p3"/>
          <p:cNvSpPr txBox="1">
            <a:spLocks noGrp="1"/>
          </p:cNvSpPr>
          <p:nvPr>
            <p:ph type="body" idx="2"/>
          </p:nvPr>
        </p:nvSpPr>
        <p:spPr>
          <a:xfrm>
            <a:off x="22021800" y="9510713"/>
            <a:ext cx="18578513" cy="19750087"/>
          </a:xfrm>
          <a:prstGeom prst="rect">
            <a:avLst/>
          </a:prstGeom>
          <a:noFill/>
          <a:ln>
            <a:noFill/>
          </a:ln>
        </p:spPr>
        <p:txBody>
          <a:bodyPr spcFirstLastPara="1" wrap="square" lIns="480700" tIns="240350" rIns="480700" bIns="240350" anchor="t" anchorCtr="0">
            <a:noAutofit/>
          </a:bodyPr>
          <a:lstStyle>
            <a:lvl1pPr marL="457200" lvl="0" indent="-406400" algn="l">
              <a:lnSpc>
                <a:spcPct val="100000"/>
              </a:lnSpc>
              <a:spcBef>
                <a:spcPts val="560"/>
              </a:spcBef>
              <a:spcAft>
                <a:spcPts val="0"/>
              </a:spcAft>
              <a:buClr>
                <a:schemeClr val="dk1"/>
              </a:buClr>
              <a:buSzPts val="2800"/>
              <a:buFont typeface="Times New Roman"/>
              <a:buChar char="•"/>
              <a:defRPr sz="2800"/>
            </a:lvl1pPr>
            <a:lvl2pPr marL="914400" lvl="1" indent="-381000" algn="l">
              <a:lnSpc>
                <a:spcPct val="100000"/>
              </a:lnSpc>
              <a:spcBef>
                <a:spcPts val="480"/>
              </a:spcBef>
              <a:spcAft>
                <a:spcPts val="0"/>
              </a:spcAft>
              <a:buClr>
                <a:schemeClr val="dk1"/>
              </a:buClr>
              <a:buSzPts val="2400"/>
              <a:buFont typeface="Times New Roman"/>
              <a:buChar char="–"/>
              <a:defRPr sz="2400"/>
            </a:lvl2pPr>
            <a:lvl3pPr marL="1371600" lvl="2" indent="-355600" algn="l">
              <a:lnSpc>
                <a:spcPct val="100000"/>
              </a:lnSpc>
              <a:spcBef>
                <a:spcPts val="400"/>
              </a:spcBef>
              <a:spcAft>
                <a:spcPts val="0"/>
              </a:spcAft>
              <a:buClr>
                <a:schemeClr val="dk1"/>
              </a:buClr>
              <a:buSzPts val="2000"/>
              <a:buFont typeface="Times New Roman"/>
              <a:buChar char="•"/>
              <a:defRPr sz="2000"/>
            </a:lvl3pPr>
            <a:lvl4pPr marL="1828800" lvl="3" indent="-342900" algn="l">
              <a:lnSpc>
                <a:spcPct val="100000"/>
              </a:lnSpc>
              <a:spcBef>
                <a:spcPts val="360"/>
              </a:spcBef>
              <a:spcAft>
                <a:spcPts val="0"/>
              </a:spcAft>
              <a:buClr>
                <a:schemeClr val="dk1"/>
              </a:buClr>
              <a:buSzPts val="1800"/>
              <a:buFont typeface="Times New Roman"/>
              <a:buChar char="–"/>
              <a:defRPr sz="1800"/>
            </a:lvl4pPr>
            <a:lvl5pPr marL="2286000" lvl="4" indent="-342900" algn="l">
              <a:lnSpc>
                <a:spcPct val="100000"/>
              </a:lnSpc>
              <a:spcBef>
                <a:spcPts val="360"/>
              </a:spcBef>
              <a:spcAft>
                <a:spcPts val="0"/>
              </a:spcAft>
              <a:buClr>
                <a:schemeClr val="dk1"/>
              </a:buClr>
              <a:buSzPts val="1800"/>
              <a:buFont typeface="Times New Roman"/>
              <a:buChar char="»"/>
              <a:defRPr sz="1800"/>
            </a:lvl5pPr>
            <a:lvl6pPr marL="2743200" lvl="5" indent="-342900" algn="l">
              <a:lnSpc>
                <a:spcPct val="100000"/>
              </a:lnSpc>
              <a:spcBef>
                <a:spcPts val="360"/>
              </a:spcBef>
              <a:spcAft>
                <a:spcPts val="0"/>
              </a:spcAft>
              <a:buClr>
                <a:schemeClr val="dk1"/>
              </a:buClr>
              <a:buSzPts val="1800"/>
              <a:buFont typeface="Times New Roman"/>
              <a:buChar char="»"/>
              <a:defRPr sz="1800"/>
            </a:lvl6pPr>
            <a:lvl7pPr marL="3200400" lvl="6" indent="-342900" algn="l">
              <a:lnSpc>
                <a:spcPct val="100000"/>
              </a:lnSpc>
              <a:spcBef>
                <a:spcPts val="360"/>
              </a:spcBef>
              <a:spcAft>
                <a:spcPts val="0"/>
              </a:spcAft>
              <a:buClr>
                <a:schemeClr val="dk1"/>
              </a:buClr>
              <a:buSzPts val="1800"/>
              <a:buFont typeface="Times New Roman"/>
              <a:buChar char="»"/>
              <a:defRPr sz="1800"/>
            </a:lvl7pPr>
            <a:lvl8pPr marL="3657600" lvl="7" indent="-342900" algn="l">
              <a:lnSpc>
                <a:spcPct val="100000"/>
              </a:lnSpc>
              <a:spcBef>
                <a:spcPts val="360"/>
              </a:spcBef>
              <a:spcAft>
                <a:spcPts val="0"/>
              </a:spcAft>
              <a:buClr>
                <a:schemeClr val="dk1"/>
              </a:buClr>
              <a:buSzPts val="1800"/>
              <a:buFont typeface="Times New Roman"/>
              <a:buChar char="»"/>
              <a:defRPr sz="1800"/>
            </a:lvl8pPr>
            <a:lvl9pPr marL="4114800" lvl="8" indent="-342900" algn="l">
              <a:lnSpc>
                <a:spcPct val="100000"/>
              </a:lnSpc>
              <a:spcBef>
                <a:spcPts val="360"/>
              </a:spcBef>
              <a:spcAft>
                <a:spcPts val="0"/>
              </a:spcAft>
              <a:buClr>
                <a:schemeClr val="dk1"/>
              </a:buClr>
              <a:buSzPts val="1800"/>
              <a:buFont typeface="Times New Roman"/>
              <a:buChar char="»"/>
              <a:defRPr sz="1800"/>
            </a:lvl9pPr>
          </a:lstStyle>
          <a:p>
            <a:endParaRPr/>
          </a:p>
        </p:txBody>
      </p:sp>
      <p:sp>
        <p:nvSpPr>
          <p:cNvPr id="19" name="Google Shape;19;p3"/>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2"/>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 name="Google Shape;24;p12"/>
          <p:cNvSpPr txBox="1">
            <a:spLocks noGrp="1"/>
          </p:cNvSpPr>
          <p:nvPr>
            <p:ph type="body" idx="1"/>
          </p:nvPr>
        </p:nvSpPr>
        <p:spPr>
          <a:xfrm>
            <a:off x="3290887" y="9510712"/>
            <a:ext cx="37309425" cy="19750087"/>
          </a:xfrm>
          <a:prstGeom prst="rect">
            <a:avLst/>
          </a:prstGeom>
          <a:noFill/>
          <a:ln>
            <a:noFill/>
          </a:ln>
        </p:spPr>
        <p:txBody>
          <a:bodyPr spcFirstLastPara="1" wrap="square" lIns="480700" tIns="240350" rIns="480700" bIns="24035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12"/>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2"/>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rot="5400000">
            <a:off x="22769513" y="11430000"/>
            <a:ext cx="26335037" cy="9326563"/>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 name="Google Shape;30;p4"/>
          <p:cNvSpPr txBox="1">
            <a:spLocks noGrp="1"/>
          </p:cNvSpPr>
          <p:nvPr>
            <p:ph type="body" idx="1"/>
          </p:nvPr>
        </p:nvSpPr>
        <p:spPr>
          <a:xfrm rot="5400000">
            <a:off x="4038601" y="2178051"/>
            <a:ext cx="26335037" cy="27830462"/>
          </a:xfrm>
          <a:prstGeom prst="rect">
            <a:avLst/>
          </a:prstGeom>
          <a:noFill/>
          <a:ln>
            <a:noFill/>
          </a:ln>
        </p:spPr>
        <p:txBody>
          <a:bodyPr spcFirstLastPara="1" wrap="square" lIns="480700" tIns="240350" rIns="480700" bIns="24035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 name="Google Shape;31;p4"/>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6" name="Google Shape;36;p5"/>
          <p:cNvSpPr txBox="1">
            <a:spLocks noGrp="1"/>
          </p:cNvSpPr>
          <p:nvPr>
            <p:ph type="body" idx="1"/>
          </p:nvPr>
        </p:nvSpPr>
        <p:spPr>
          <a:xfrm rot="5400000">
            <a:off x="12070556" y="731043"/>
            <a:ext cx="19750087" cy="37309425"/>
          </a:xfrm>
          <a:prstGeom prst="rect">
            <a:avLst/>
          </a:prstGeom>
          <a:noFill/>
          <a:ln>
            <a:noFill/>
          </a:ln>
        </p:spPr>
        <p:txBody>
          <a:bodyPr spcFirstLastPara="1" wrap="square" lIns="480700" tIns="240350" rIns="480700" bIns="24035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602663" y="23042563"/>
            <a:ext cx="26335037" cy="2720975"/>
          </a:xfrm>
          <a:prstGeom prst="rect">
            <a:avLst/>
          </a:prstGeom>
          <a:noFill/>
          <a:ln>
            <a:noFill/>
          </a:ln>
        </p:spPr>
        <p:txBody>
          <a:bodyPr spcFirstLastPara="1" wrap="square" lIns="480700" tIns="240350" rIns="480700" bIns="24035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 name="Google Shape;42;p6"/>
          <p:cNvSpPr>
            <a:spLocks noGrp="1"/>
          </p:cNvSpPr>
          <p:nvPr>
            <p:ph type="pic" idx="2"/>
          </p:nvPr>
        </p:nvSpPr>
        <p:spPr>
          <a:xfrm>
            <a:off x="8602663" y="2941638"/>
            <a:ext cx="26335037" cy="19750087"/>
          </a:xfrm>
          <a:prstGeom prst="rect">
            <a:avLst/>
          </a:prstGeom>
          <a:noFill/>
          <a:ln>
            <a:noFill/>
          </a:ln>
        </p:spPr>
      </p:sp>
      <p:sp>
        <p:nvSpPr>
          <p:cNvPr id="43" name="Google Shape;43;p6"/>
          <p:cNvSpPr txBox="1">
            <a:spLocks noGrp="1"/>
          </p:cNvSpPr>
          <p:nvPr>
            <p:ph type="body" idx="1"/>
          </p:nvPr>
        </p:nvSpPr>
        <p:spPr>
          <a:xfrm>
            <a:off x="8602663" y="25763538"/>
            <a:ext cx="26335037" cy="3862387"/>
          </a:xfrm>
          <a:prstGeom prst="rect">
            <a:avLst/>
          </a:prstGeom>
          <a:noFill/>
          <a:ln>
            <a:noFill/>
          </a:ln>
        </p:spPr>
        <p:txBody>
          <a:bodyPr spcFirstLastPara="1" wrap="square" lIns="480700" tIns="240350" rIns="480700" bIns="240350" anchor="t" anchorCtr="0">
            <a:noAutofit/>
          </a:bodyPr>
          <a:lstStyle>
            <a:lvl1pPr marL="457200" lvl="0" indent="-228600" algn="l">
              <a:lnSpc>
                <a:spcPct val="100000"/>
              </a:lnSpc>
              <a:spcBef>
                <a:spcPts val="280"/>
              </a:spcBef>
              <a:spcAft>
                <a:spcPts val="0"/>
              </a:spcAft>
              <a:buClr>
                <a:schemeClr val="dk1"/>
              </a:buClr>
              <a:buSzPts val="1400"/>
              <a:buFont typeface="Times New Roman"/>
              <a:buNone/>
              <a:defRPr sz="1400"/>
            </a:lvl1pPr>
            <a:lvl2pPr marL="914400" lvl="1" indent="-228600" algn="l">
              <a:lnSpc>
                <a:spcPct val="100000"/>
              </a:lnSpc>
              <a:spcBef>
                <a:spcPts val="240"/>
              </a:spcBef>
              <a:spcAft>
                <a:spcPts val="0"/>
              </a:spcAft>
              <a:buClr>
                <a:schemeClr val="dk1"/>
              </a:buClr>
              <a:buSzPts val="1200"/>
              <a:buFont typeface="Times New Roman"/>
              <a:buNone/>
              <a:defRPr sz="1200"/>
            </a:lvl2pPr>
            <a:lvl3pPr marL="1371600" lvl="2" indent="-228600" algn="l">
              <a:lnSpc>
                <a:spcPct val="100000"/>
              </a:lnSpc>
              <a:spcBef>
                <a:spcPts val="200"/>
              </a:spcBef>
              <a:spcAft>
                <a:spcPts val="0"/>
              </a:spcAft>
              <a:buClr>
                <a:schemeClr val="dk1"/>
              </a:buClr>
              <a:buSzPts val="1000"/>
              <a:buFont typeface="Times New Roman"/>
              <a:buNone/>
              <a:defRPr sz="1000"/>
            </a:lvl3pPr>
            <a:lvl4pPr marL="1828800" lvl="3" indent="-228600" algn="l">
              <a:lnSpc>
                <a:spcPct val="100000"/>
              </a:lnSpc>
              <a:spcBef>
                <a:spcPts val="180"/>
              </a:spcBef>
              <a:spcAft>
                <a:spcPts val="0"/>
              </a:spcAft>
              <a:buClr>
                <a:schemeClr val="dk1"/>
              </a:buClr>
              <a:buSzPts val="900"/>
              <a:buFont typeface="Times New Roman"/>
              <a:buNone/>
              <a:defRPr sz="900"/>
            </a:lvl4pPr>
            <a:lvl5pPr marL="2286000" lvl="4" indent="-228600" algn="l">
              <a:lnSpc>
                <a:spcPct val="100000"/>
              </a:lnSpc>
              <a:spcBef>
                <a:spcPts val="180"/>
              </a:spcBef>
              <a:spcAft>
                <a:spcPts val="0"/>
              </a:spcAft>
              <a:buClr>
                <a:schemeClr val="dk1"/>
              </a:buClr>
              <a:buSzPts val="900"/>
              <a:buFont typeface="Times New Roman"/>
              <a:buNone/>
              <a:defRPr sz="900"/>
            </a:lvl5pPr>
            <a:lvl6pPr marL="2743200" lvl="5" indent="-228600" algn="l">
              <a:lnSpc>
                <a:spcPct val="100000"/>
              </a:lnSpc>
              <a:spcBef>
                <a:spcPts val="180"/>
              </a:spcBef>
              <a:spcAft>
                <a:spcPts val="0"/>
              </a:spcAft>
              <a:buClr>
                <a:schemeClr val="dk1"/>
              </a:buClr>
              <a:buSzPts val="900"/>
              <a:buFont typeface="Times New Roman"/>
              <a:buNone/>
              <a:defRPr sz="900"/>
            </a:lvl6pPr>
            <a:lvl7pPr marL="3200400" lvl="6" indent="-228600" algn="l">
              <a:lnSpc>
                <a:spcPct val="100000"/>
              </a:lnSpc>
              <a:spcBef>
                <a:spcPts val="180"/>
              </a:spcBef>
              <a:spcAft>
                <a:spcPts val="0"/>
              </a:spcAft>
              <a:buClr>
                <a:schemeClr val="dk1"/>
              </a:buClr>
              <a:buSzPts val="900"/>
              <a:buFont typeface="Times New Roman"/>
              <a:buNone/>
              <a:defRPr sz="900"/>
            </a:lvl7pPr>
            <a:lvl8pPr marL="3657600" lvl="7" indent="-228600" algn="l">
              <a:lnSpc>
                <a:spcPct val="100000"/>
              </a:lnSpc>
              <a:spcBef>
                <a:spcPts val="180"/>
              </a:spcBef>
              <a:spcAft>
                <a:spcPts val="0"/>
              </a:spcAft>
              <a:buClr>
                <a:schemeClr val="dk1"/>
              </a:buClr>
              <a:buSzPts val="900"/>
              <a:buFont typeface="Times New Roman"/>
              <a:buNone/>
              <a:defRPr sz="900"/>
            </a:lvl8pPr>
            <a:lvl9pPr marL="4114800" lvl="8" indent="-228600" algn="l">
              <a:lnSpc>
                <a:spcPct val="100000"/>
              </a:lnSpc>
              <a:spcBef>
                <a:spcPts val="180"/>
              </a:spcBef>
              <a:spcAft>
                <a:spcPts val="0"/>
              </a:spcAft>
              <a:buClr>
                <a:schemeClr val="dk1"/>
              </a:buClr>
              <a:buSzPts val="900"/>
              <a:buFont typeface="Times New Roman"/>
              <a:buNone/>
              <a:defRPr sz="900"/>
            </a:lvl9pPr>
          </a:lstStyle>
          <a:p>
            <a:endParaRPr/>
          </a:p>
        </p:txBody>
      </p:sp>
      <p:sp>
        <p:nvSpPr>
          <p:cNvPr id="44" name="Google Shape;44;p6"/>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2193925" y="1311275"/>
            <a:ext cx="14439900" cy="5576888"/>
          </a:xfrm>
          <a:prstGeom prst="rect">
            <a:avLst/>
          </a:prstGeom>
          <a:noFill/>
          <a:ln>
            <a:noFill/>
          </a:ln>
        </p:spPr>
        <p:txBody>
          <a:bodyPr spcFirstLastPara="1" wrap="square" lIns="480700" tIns="240350" rIns="480700" bIns="24035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17160875" y="1311275"/>
            <a:ext cx="24536400" cy="28093988"/>
          </a:xfrm>
          <a:prstGeom prst="rect">
            <a:avLst/>
          </a:prstGeom>
          <a:noFill/>
          <a:ln>
            <a:noFill/>
          </a:ln>
        </p:spPr>
        <p:txBody>
          <a:bodyPr spcFirstLastPara="1" wrap="square" lIns="480700" tIns="240350" rIns="480700" bIns="240350" anchor="t" anchorCtr="0">
            <a:noAutofit/>
          </a:bodyPr>
          <a:lstStyle>
            <a:lvl1pPr marL="457200" lvl="0" indent="-431800" algn="l">
              <a:lnSpc>
                <a:spcPct val="100000"/>
              </a:lnSpc>
              <a:spcBef>
                <a:spcPts val="640"/>
              </a:spcBef>
              <a:spcAft>
                <a:spcPts val="0"/>
              </a:spcAft>
              <a:buClr>
                <a:schemeClr val="dk1"/>
              </a:buClr>
              <a:buSzPts val="3200"/>
              <a:buFont typeface="Times New Roman"/>
              <a:buChar char="•"/>
              <a:defRPr sz="3200"/>
            </a:lvl1pPr>
            <a:lvl2pPr marL="914400" lvl="1" indent="-406400" algn="l">
              <a:lnSpc>
                <a:spcPct val="100000"/>
              </a:lnSpc>
              <a:spcBef>
                <a:spcPts val="560"/>
              </a:spcBef>
              <a:spcAft>
                <a:spcPts val="0"/>
              </a:spcAft>
              <a:buClr>
                <a:schemeClr val="dk1"/>
              </a:buClr>
              <a:buSzPts val="2800"/>
              <a:buFont typeface="Times New Roman"/>
              <a:buChar char="–"/>
              <a:defRPr sz="2800"/>
            </a:lvl2pPr>
            <a:lvl3pPr marL="1371600" lvl="2" indent="-381000" algn="l">
              <a:lnSpc>
                <a:spcPct val="100000"/>
              </a:lnSpc>
              <a:spcBef>
                <a:spcPts val="480"/>
              </a:spcBef>
              <a:spcAft>
                <a:spcPts val="0"/>
              </a:spcAft>
              <a:buClr>
                <a:schemeClr val="dk1"/>
              </a:buClr>
              <a:buSzPts val="2400"/>
              <a:buFont typeface="Times New Roman"/>
              <a:buChar char="•"/>
              <a:defRPr sz="2400"/>
            </a:lvl3pPr>
            <a:lvl4pPr marL="1828800" lvl="3" indent="-355600" algn="l">
              <a:lnSpc>
                <a:spcPct val="100000"/>
              </a:lnSpc>
              <a:spcBef>
                <a:spcPts val="400"/>
              </a:spcBef>
              <a:spcAft>
                <a:spcPts val="0"/>
              </a:spcAft>
              <a:buClr>
                <a:schemeClr val="dk1"/>
              </a:buClr>
              <a:buSzPts val="2000"/>
              <a:buFont typeface="Times New Roman"/>
              <a:buChar char="–"/>
              <a:defRPr sz="2000"/>
            </a:lvl4pPr>
            <a:lvl5pPr marL="2286000" lvl="4" indent="-355600" algn="l">
              <a:lnSpc>
                <a:spcPct val="100000"/>
              </a:lnSpc>
              <a:spcBef>
                <a:spcPts val="400"/>
              </a:spcBef>
              <a:spcAft>
                <a:spcPts val="0"/>
              </a:spcAft>
              <a:buClr>
                <a:schemeClr val="dk1"/>
              </a:buClr>
              <a:buSzPts val="2000"/>
              <a:buFont typeface="Times New Roman"/>
              <a:buChar char="»"/>
              <a:defRPr sz="2000"/>
            </a:lvl5pPr>
            <a:lvl6pPr marL="2743200" lvl="5" indent="-355600" algn="l">
              <a:lnSpc>
                <a:spcPct val="100000"/>
              </a:lnSpc>
              <a:spcBef>
                <a:spcPts val="400"/>
              </a:spcBef>
              <a:spcAft>
                <a:spcPts val="0"/>
              </a:spcAft>
              <a:buClr>
                <a:schemeClr val="dk1"/>
              </a:buClr>
              <a:buSzPts val="2000"/>
              <a:buFont typeface="Times New Roman"/>
              <a:buChar char="»"/>
              <a:defRPr sz="2000"/>
            </a:lvl6pPr>
            <a:lvl7pPr marL="3200400" lvl="6" indent="-355600" algn="l">
              <a:lnSpc>
                <a:spcPct val="100000"/>
              </a:lnSpc>
              <a:spcBef>
                <a:spcPts val="400"/>
              </a:spcBef>
              <a:spcAft>
                <a:spcPts val="0"/>
              </a:spcAft>
              <a:buClr>
                <a:schemeClr val="dk1"/>
              </a:buClr>
              <a:buSzPts val="2000"/>
              <a:buFont typeface="Times New Roman"/>
              <a:buChar char="»"/>
              <a:defRPr sz="2000"/>
            </a:lvl7pPr>
            <a:lvl8pPr marL="3657600" lvl="7" indent="-355600" algn="l">
              <a:lnSpc>
                <a:spcPct val="100000"/>
              </a:lnSpc>
              <a:spcBef>
                <a:spcPts val="400"/>
              </a:spcBef>
              <a:spcAft>
                <a:spcPts val="0"/>
              </a:spcAft>
              <a:buClr>
                <a:schemeClr val="dk1"/>
              </a:buClr>
              <a:buSzPts val="2000"/>
              <a:buFont typeface="Times New Roman"/>
              <a:buChar char="»"/>
              <a:defRPr sz="2000"/>
            </a:lvl8pPr>
            <a:lvl9pPr marL="4114800" lvl="8" indent="-355600" algn="l">
              <a:lnSpc>
                <a:spcPct val="100000"/>
              </a:lnSpc>
              <a:spcBef>
                <a:spcPts val="400"/>
              </a:spcBef>
              <a:spcAft>
                <a:spcPts val="0"/>
              </a:spcAft>
              <a:buClr>
                <a:schemeClr val="dk1"/>
              </a:buClr>
              <a:buSzPts val="2000"/>
              <a:buFont typeface="Times New Roman"/>
              <a:buChar char="»"/>
              <a:defRPr sz="2000"/>
            </a:lvl9pPr>
          </a:lstStyle>
          <a:p>
            <a:endParaRPr/>
          </a:p>
        </p:txBody>
      </p:sp>
      <p:sp>
        <p:nvSpPr>
          <p:cNvPr id="50" name="Google Shape;50;p7"/>
          <p:cNvSpPr txBox="1">
            <a:spLocks noGrp="1"/>
          </p:cNvSpPr>
          <p:nvPr>
            <p:ph type="body" idx="2"/>
          </p:nvPr>
        </p:nvSpPr>
        <p:spPr>
          <a:xfrm>
            <a:off x="2193925" y="6888163"/>
            <a:ext cx="14439900" cy="22517100"/>
          </a:xfrm>
          <a:prstGeom prst="rect">
            <a:avLst/>
          </a:prstGeom>
          <a:noFill/>
          <a:ln>
            <a:noFill/>
          </a:ln>
        </p:spPr>
        <p:txBody>
          <a:bodyPr spcFirstLastPara="1" wrap="square" lIns="480700" tIns="240350" rIns="480700" bIns="240350" anchor="t" anchorCtr="0">
            <a:noAutofit/>
          </a:bodyPr>
          <a:lstStyle>
            <a:lvl1pPr marL="457200" lvl="0" indent="-228600" algn="l">
              <a:lnSpc>
                <a:spcPct val="100000"/>
              </a:lnSpc>
              <a:spcBef>
                <a:spcPts val="280"/>
              </a:spcBef>
              <a:spcAft>
                <a:spcPts val="0"/>
              </a:spcAft>
              <a:buClr>
                <a:schemeClr val="dk1"/>
              </a:buClr>
              <a:buSzPts val="1400"/>
              <a:buFont typeface="Times New Roman"/>
              <a:buNone/>
              <a:defRPr sz="1400"/>
            </a:lvl1pPr>
            <a:lvl2pPr marL="914400" lvl="1" indent="-228600" algn="l">
              <a:lnSpc>
                <a:spcPct val="100000"/>
              </a:lnSpc>
              <a:spcBef>
                <a:spcPts val="240"/>
              </a:spcBef>
              <a:spcAft>
                <a:spcPts val="0"/>
              </a:spcAft>
              <a:buClr>
                <a:schemeClr val="dk1"/>
              </a:buClr>
              <a:buSzPts val="1200"/>
              <a:buFont typeface="Times New Roman"/>
              <a:buNone/>
              <a:defRPr sz="1200"/>
            </a:lvl2pPr>
            <a:lvl3pPr marL="1371600" lvl="2" indent="-228600" algn="l">
              <a:lnSpc>
                <a:spcPct val="100000"/>
              </a:lnSpc>
              <a:spcBef>
                <a:spcPts val="200"/>
              </a:spcBef>
              <a:spcAft>
                <a:spcPts val="0"/>
              </a:spcAft>
              <a:buClr>
                <a:schemeClr val="dk1"/>
              </a:buClr>
              <a:buSzPts val="1000"/>
              <a:buFont typeface="Times New Roman"/>
              <a:buNone/>
              <a:defRPr sz="1000"/>
            </a:lvl3pPr>
            <a:lvl4pPr marL="1828800" lvl="3" indent="-228600" algn="l">
              <a:lnSpc>
                <a:spcPct val="100000"/>
              </a:lnSpc>
              <a:spcBef>
                <a:spcPts val="180"/>
              </a:spcBef>
              <a:spcAft>
                <a:spcPts val="0"/>
              </a:spcAft>
              <a:buClr>
                <a:schemeClr val="dk1"/>
              </a:buClr>
              <a:buSzPts val="900"/>
              <a:buFont typeface="Times New Roman"/>
              <a:buNone/>
              <a:defRPr sz="900"/>
            </a:lvl4pPr>
            <a:lvl5pPr marL="2286000" lvl="4" indent="-228600" algn="l">
              <a:lnSpc>
                <a:spcPct val="100000"/>
              </a:lnSpc>
              <a:spcBef>
                <a:spcPts val="180"/>
              </a:spcBef>
              <a:spcAft>
                <a:spcPts val="0"/>
              </a:spcAft>
              <a:buClr>
                <a:schemeClr val="dk1"/>
              </a:buClr>
              <a:buSzPts val="900"/>
              <a:buFont typeface="Times New Roman"/>
              <a:buNone/>
              <a:defRPr sz="900"/>
            </a:lvl5pPr>
            <a:lvl6pPr marL="2743200" lvl="5" indent="-228600" algn="l">
              <a:lnSpc>
                <a:spcPct val="100000"/>
              </a:lnSpc>
              <a:spcBef>
                <a:spcPts val="180"/>
              </a:spcBef>
              <a:spcAft>
                <a:spcPts val="0"/>
              </a:spcAft>
              <a:buClr>
                <a:schemeClr val="dk1"/>
              </a:buClr>
              <a:buSzPts val="900"/>
              <a:buFont typeface="Times New Roman"/>
              <a:buNone/>
              <a:defRPr sz="900"/>
            </a:lvl6pPr>
            <a:lvl7pPr marL="3200400" lvl="6" indent="-228600" algn="l">
              <a:lnSpc>
                <a:spcPct val="100000"/>
              </a:lnSpc>
              <a:spcBef>
                <a:spcPts val="180"/>
              </a:spcBef>
              <a:spcAft>
                <a:spcPts val="0"/>
              </a:spcAft>
              <a:buClr>
                <a:schemeClr val="dk1"/>
              </a:buClr>
              <a:buSzPts val="900"/>
              <a:buFont typeface="Times New Roman"/>
              <a:buNone/>
              <a:defRPr sz="900"/>
            </a:lvl7pPr>
            <a:lvl8pPr marL="3657600" lvl="7" indent="-228600" algn="l">
              <a:lnSpc>
                <a:spcPct val="100000"/>
              </a:lnSpc>
              <a:spcBef>
                <a:spcPts val="180"/>
              </a:spcBef>
              <a:spcAft>
                <a:spcPts val="0"/>
              </a:spcAft>
              <a:buClr>
                <a:schemeClr val="dk1"/>
              </a:buClr>
              <a:buSzPts val="900"/>
              <a:buFont typeface="Times New Roman"/>
              <a:buNone/>
              <a:defRPr sz="900"/>
            </a:lvl8pPr>
            <a:lvl9pPr marL="4114800" lvl="8" indent="-228600" algn="l">
              <a:lnSpc>
                <a:spcPct val="100000"/>
              </a:lnSpc>
              <a:spcBef>
                <a:spcPts val="180"/>
              </a:spcBef>
              <a:spcAft>
                <a:spcPts val="0"/>
              </a:spcAft>
              <a:buClr>
                <a:schemeClr val="dk1"/>
              </a:buClr>
              <a:buSzPts val="900"/>
              <a:buFont typeface="Times New Roman"/>
              <a:buNone/>
              <a:defRPr sz="900"/>
            </a:lvl9pPr>
          </a:lstStyle>
          <a:p>
            <a:endParaRPr/>
          </a:p>
        </p:txBody>
      </p:sp>
      <p:sp>
        <p:nvSpPr>
          <p:cNvPr id="51" name="Google Shape;51;p7"/>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0" name="Google Shape;60;p9"/>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2193925" y="1317625"/>
            <a:ext cx="39503350"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5" name="Google Shape;65;p10"/>
          <p:cNvSpPr txBox="1">
            <a:spLocks noGrp="1"/>
          </p:cNvSpPr>
          <p:nvPr>
            <p:ph type="body" idx="1"/>
          </p:nvPr>
        </p:nvSpPr>
        <p:spPr>
          <a:xfrm>
            <a:off x="2193925" y="7369175"/>
            <a:ext cx="19392900" cy="3070225"/>
          </a:xfrm>
          <a:prstGeom prst="rect">
            <a:avLst/>
          </a:prstGeom>
          <a:noFill/>
          <a:ln>
            <a:noFill/>
          </a:ln>
        </p:spPr>
        <p:txBody>
          <a:bodyPr spcFirstLastPara="1" wrap="square" lIns="480700" tIns="240350" rIns="480700" bIns="24035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100000"/>
              </a:lnSpc>
              <a:spcBef>
                <a:spcPts val="320"/>
              </a:spcBef>
              <a:spcAft>
                <a:spcPts val="0"/>
              </a:spcAft>
              <a:buClr>
                <a:schemeClr val="dk1"/>
              </a:buClr>
              <a:buSzPts val="1600"/>
              <a:buFont typeface="Times New Roman"/>
              <a:buNone/>
              <a:defRPr sz="1600" b="1"/>
            </a:lvl6pPr>
            <a:lvl7pPr marL="3200400" lvl="6" indent="-228600" algn="l">
              <a:lnSpc>
                <a:spcPct val="100000"/>
              </a:lnSpc>
              <a:spcBef>
                <a:spcPts val="320"/>
              </a:spcBef>
              <a:spcAft>
                <a:spcPts val="0"/>
              </a:spcAft>
              <a:buClr>
                <a:schemeClr val="dk1"/>
              </a:buClr>
              <a:buSzPts val="1600"/>
              <a:buFont typeface="Times New Roman"/>
              <a:buNone/>
              <a:defRPr sz="1600" b="1"/>
            </a:lvl7pPr>
            <a:lvl8pPr marL="3657600" lvl="7" indent="-228600" algn="l">
              <a:lnSpc>
                <a:spcPct val="100000"/>
              </a:lnSpc>
              <a:spcBef>
                <a:spcPts val="320"/>
              </a:spcBef>
              <a:spcAft>
                <a:spcPts val="0"/>
              </a:spcAft>
              <a:buClr>
                <a:schemeClr val="dk1"/>
              </a:buClr>
              <a:buSzPts val="1600"/>
              <a:buFont typeface="Times New Roman"/>
              <a:buNone/>
              <a:defRPr sz="1600" b="1"/>
            </a:lvl8pPr>
            <a:lvl9pPr marL="4114800" lvl="8" indent="-228600" algn="l">
              <a:lnSpc>
                <a:spcPct val="100000"/>
              </a:lnSpc>
              <a:spcBef>
                <a:spcPts val="320"/>
              </a:spcBef>
              <a:spcAft>
                <a:spcPts val="0"/>
              </a:spcAft>
              <a:buClr>
                <a:schemeClr val="dk1"/>
              </a:buClr>
              <a:buSzPts val="1600"/>
              <a:buFont typeface="Times New Roman"/>
              <a:buNone/>
              <a:defRPr sz="1600" b="1"/>
            </a:lvl9pPr>
          </a:lstStyle>
          <a:p>
            <a:endParaRPr/>
          </a:p>
        </p:txBody>
      </p:sp>
      <p:sp>
        <p:nvSpPr>
          <p:cNvPr id="66" name="Google Shape;66;p10"/>
          <p:cNvSpPr txBox="1">
            <a:spLocks noGrp="1"/>
          </p:cNvSpPr>
          <p:nvPr>
            <p:ph type="body" idx="2"/>
          </p:nvPr>
        </p:nvSpPr>
        <p:spPr>
          <a:xfrm>
            <a:off x="2193925" y="10439400"/>
            <a:ext cx="19392900" cy="18965863"/>
          </a:xfrm>
          <a:prstGeom prst="rect">
            <a:avLst/>
          </a:prstGeom>
          <a:noFill/>
          <a:ln>
            <a:noFill/>
          </a:ln>
        </p:spPr>
        <p:txBody>
          <a:bodyPr spcFirstLastPara="1" wrap="square" lIns="480700" tIns="240350" rIns="480700" bIns="240350" anchor="t" anchorCtr="0">
            <a:noAutofit/>
          </a:bodyPr>
          <a:lstStyle>
            <a:lvl1pPr marL="457200" lvl="0" indent="-381000" algn="l">
              <a:lnSpc>
                <a:spcPct val="100000"/>
              </a:lnSpc>
              <a:spcBef>
                <a:spcPts val="480"/>
              </a:spcBef>
              <a:spcAft>
                <a:spcPts val="0"/>
              </a:spcAft>
              <a:buClr>
                <a:schemeClr val="dk1"/>
              </a:buClr>
              <a:buSzPts val="2400"/>
              <a:buFont typeface="Times New Roman"/>
              <a:buChar char="•"/>
              <a:defRPr sz="2400"/>
            </a:lvl1pPr>
            <a:lvl2pPr marL="914400" lvl="1" indent="-355600" algn="l">
              <a:lnSpc>
                <a:spcPct val="100000"/>
              </a:lnSpc>
              <a:spcBef>
                <a:spcPts val="400"/>
              </a:spcBef>
              <a:spcAft>
                <a:spcPts val="0"/>
              </a:spcAft>
              <a:buClr>
                <a:schemeClr val="dk1"/>
              </a:buClr>
              <a:buSzPts val="2000"/>
              <a:buFont typeface="Times New Roman"/>
              <a:buChar char="–"/>
              <a:defRPr sz="2000"/>
            </a:lvl2pPr>
            <a:lvl3pPr marL="1371600" lvl="2" indent="-342900" algn="l">
              <a:lnSpc>
                <a:spcPct val="100000"/>
              </a:lnSpc>
              <a:spcBef>
                <a:spcPts val="360"/>
              </a:spcBef>
              <a:spcAft>
                <a:spcPts val="0"/>
              </a:spcAft>
              <a:buClr>
                <a:schemeClr val="dk1"/>
              </a:buClr>
              <a:buSzPts val="1800"/>
              <a:buFont typeface="Times New Roman"/>
              <a:buChar char="•"/>
              <a:defRPr sz="1800"/>
            </a:lvl3pPr>
            <a:lvl4pPr marL="1828800" lvl="3" indent="-330200" algn="l">
              <a:lnSpc>
                <a:spcPct val="100000"/>
              </a:lnSpc>
              <a:spcBef>
                <a:spcPts val="320"/>
              </a:spcBef>
              <a:spcAft>
                <a:spcPts val="0"/>
              </a:spcAft>
              <a:buClr>
                <a:schemeClr val="dk1"/>
              </a:buClr>
              <a:buSzPts val="1600"/>
              <a:buFont typeface="Times New Roman"/>
              <a:buChar char="–"/>
              <a:defRPr sz="1600"/>
            </a:lvl4pPr>
            <a:lvl5pPr marL="2286000" lvl="4" indent="-330200" algn="l">
              <a:lnSpc>
                <a:spcPct val="100000"/>
              </a:lnSpc>
              <a:spcBef>
                <a:spcPts val="320"/>
              </a:spcBef>
              <a:spcAft>
                <a:spcPts val="0"/>
              </a:spcAft>
              <a:buClr>
                <a:schemeClr val="dk1"/>
              </a:buClr>
              <a:buSzPts val="1600"/>
              <a:buFont typeface="Times New Roman"/>
              <a:buChar char="»"/>
              <a:defRPr sz="1600"/>
            </a:lvl5pPr>
            <a:lvl6pPr marL="2743200" lvl="5" indent="-330200" algn="l">
              <a:lnSpc>
                <a:spcPct val="100000"/>
              </a:lnSpc>
              <a:spcBef>
                <a:spcPts val="320"/>
              </a:spcBef>
              <a:spcAft>
                <a:spcPts val="0"/>
              </a:spcAft>
              <a:buClr>
                <a:schemeClr val="dk1"/>
              </a:buClr>
              <a:buSzPts val="1600"/>
              <a:buFont typeface="Times New Roman"/>
              <a:buChar char="»"/>
              <a:defRPr sz="1600"/>
            </a:lvl6pPr>
            <a:lvl7pPr marL="3200400" lvl="6" indent="-330200" algn="l">
              <a:lnSpc>
                <a:spcPct val="100000"/>
              </a:lnSpc>
              <a:spcBef>
                <a:spcPts val="320"/>
              </a:spcBef>
              <a:spcAft>
                <a:spcPts val="0"/>
              </a:spcAft>
              <a:buClr>
                <a:schemeClr val="dk1"/>
              </a:buClr>
              <a:buSzPts val="1600"/>
              <a:buFont typeface="Times New Roman"/>
              <a:buChar char="»"/>
              <a:defRPr sz="1600"/>
            </a:lvl7pPr>
            <a:lvl8pPr marL="3657600" lvl="7" indent="-330200" algn="l">
              <a:lnSpc>
                <a:spcPct val="100000"/>
              </a:lnSpc>
              <a:spcBef>
                <a:spcPts val="320"/>
              </a:spcBef>
              <a:spcAft>
                <a:spcPts val="0"/>
              </a:spcAft>
              <a:buClr>
                <a:schemeClr val="dk1"/>
              </a:buClr>
              <a:buSzPts val="1600"/>
              <a:buFont typeface="Times New Roman"/>
              <a:buChar char="»"/>
              <a:defRPr sz="1600"/>
            </a:lvl8pPr>
            <a:lvl9pPr marL="4114800" lvl="8" indent="-330200" algn="l">
              <a:lnSpc>
                <a:spcPct val="100000"/>
              </a:lnSpc>
              <a:spcBef>
                <a:spcPts val="320"/>
              </a:spcBef>
              <a:spcAft>
                <a:spcPts val="0"/>
              </a:spcAft>
              <a:buClr>
                <a:schemeClr val="dk1"/>
              </a:buClr>
              <a:buSzPts val="1600"/>
              <a:buFont typeface="Times New Roman"/>
              <a:buChar char="»"/>
              <a:defRPr sz="1600"/>
            </a:lvl9pPr>
          </a:lstStyle>
          <a:p>
            <a:endParaRPr/>
          </a:p>
        </p:txBody>
      </p:sp>
      <p:sp>
        <p:nvSpPr>
          <p:cNvPr id="67" name="Google Shape;67;p10"/>
          <p:cNvSpPr txBox="1">
            <a:spLocks noGrp="1"/>
          </p:cNvSpPr>
          <p:nvPr>
            <p:ph type="body" idx="3"/>
          </p:nvPr>
        </p:nvSpPr>
        <p:spPr>
          <a:xfrm>
            <a:off x="22296438" y="7369175"/>
            <a:ext cx="19400837" cy="3070225"/>
          </a:xfrm>
          <a:prstGeom prst="rect">
            <a:avLst/>
          </a:prstGeom>
          <a:noFill/>
          <a:ln>
            <a:noFill/>
          </a:ln>
        </p:spPr>
        <p:txBody>
          <a:bodyPr spcFirstLastPara="1" wrap="square" lIns="480700" tIns="240350" rIns="480700" bIns="24035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100000"/>
              </a:lnSpc>
              <a:spcBef>
                <a:spcPts val="320"/>
              </a:spcBef>
              <a:spcAft>
                <a:spcPts val="0"/>
              </a:spcAft>
              <a:buClr>
                <a:schemeClr val="dk1"/>
              </a:buClr>
              <a:buSzPts val="1600"/>
              <a:buFont typeface="Times New Roman"/>
              <a:buNone/>
              <a:defRPr sz="1600" b="1"/>
            </a:lvl6pPr>
            <a:lvl7pPr marL="3200400" lvl="6" indent="-228600" algn="l">
              <a:lnSpc>
                <a:spcPct val="100000"/>
              </a:lnSpc>
              <a:spcBef>
                <a:spcPts val="320"/>
              </a:spcBef>
              <a:spcAft>
                <a:spcPts val="0"/>
              </a:spcAft>
              <a:buClr>
                <a:schemeClr val="dk1"/>
              </a:buClr>
              <a:buSzPts val="1600"/>
              <a:buFont typeface="Times New Roman"/>
              <a:buNone/>
              <a:defRPr sz="1600" b="1"/>
            </a:lvl7pPr>
            <a:lvl8pPr marL="3657600" lvl="7" indent="-228600" algn="l">
              <a:lnSpc>
                <a:spcPct val="100000"/>
              </a:lnSpc>
              <a:spcBef>
                <a:spcPts val="320"/>
              </a:spcBef>
              <a:spcAft>
                <a:spcPts val="0"/>
              </a:spcAft>
              <a:buClr>
                <a:schemeClr val="dk1"/>
              </a:buClr>
              <a:buSzPts val="1600"/>
              <a:buFont typeface="Times New Roman"/>
              <a:buNone/>
              <a:defRPr sz="1600" b="1"/>
            </a:lvl8pPr>
            <a:lvl9pPr marL="4114800" lvl="8" indent="-228600" algn="l">
              <a:lnSpc>
                <a:spcPct val="100000"/>
              </a:lnSpc>
              <a:spcBef>
                <a:spcPts val="320"/>
              </a:spcBef>
              <a:spcAft>
                <a:spcPts val="0"/>
              </a:spcAft>
              <a:buClr>
                <a:schemeClr val="dk1"/>
              </a:buClr>
              <a:buSzPts val="1600"/>
              <a:buFont typeface="Times New Roman"/>
              <a:buNone/>
              <a:defRPr sz="1600" b="1"/>
            </a:lvl9pPr>
          </a:lstStyle>
          <a:p>
            <a:endParaRPr/>
          </a:p>
        </p:txBody>
      </p:sp>
      <p:sp>
        <p:nvSpPr>
          <p:cNvPr id="68" name="Google Shape;68;p10"/>
          <p:cNvSpPr txBox="1">
            <a:spLocks noGrp="1"/>
          </p:cNvSpPr>
          <p:nvPr>
            <p:ph type="body" idx="4"/>
          </p:nvPr>
        </p:nvSpPr>
        <p:spPr>
          <a:xfrm>
            <a:off x="22296438" y="10439400"/>
            <a:ext cx="19400837" cy="18965863"/>
          </a:xfrm>
          <a:prstGeom prst="rect">
            <a:avLst/>
          </a:prstGeom>
          <a:noFill/>
          <a:ln>
            <a:noFill/>
          </a:ln>
        </p:spPr>
        <p:txBody>
          <a:bodyPr spcFirstLastPara="1" wrap="square" lIns="480700" tIns="240350" rIns="480700" bIns="240350" anchor="t" anchorCtr="0">
            <a:noAutofit/>
          </a:bodyPr>
          <a:lstStyle>
            <a:lvl1pPr marL="457200" lvl="0" indent="-381000" algn="l">
              <a:lnSpc>
                <a:spcPct val="100000"/>
              </a:lnSpc>
              <a:spcBef>
                <a:spcPts val="480"/>
              </a:spcBef>
              <a:spcAft>
                <a:spcPts val="0"/>
              </a:spcAft>
              <a:buClr>
                <a:schemeClr val="dk1"/>
              </a:buClr>
              <a:buSzPts val="2400"/>
              <a:buFont typeface="Times New Roman"/>
              <a:buChar char="•"/>
              <a:defRPr sz="2400"/>
            </a:lvl1pPr>
            <a:lvl2pPr marL="914400" lvl="1" indent="-355600" algn="l">
              <a:lnSpc>
                <a:spcPct val="100000"/>
              </a:lnSpc>
              <a:spcBef>
                <a:spcPts val="400"/>
              </a:spcBef>
              <a:spcAft>
                <a:spcPts val="0"/>
              </a:spcAft>
              <a:buClr>
                <a:schemeClr val="dk1"/>
              </a:buClr>
              <a:buSzPts val="2000"/>
              <a:buFont typeface="Times New Roman"/>
              <a:buChar char="–"/>
              <a:defRPr sz="2000"/>
            </a:lvl2pPr>
            <a:lvl3pPr marL="1371600" lvl="2" indent="-342900" algn="l">
              <a:lnSpc>
                <a:spcPct val="100000"/>
              </a:lnSpc>
              <a:spcBef>
                <a:spcPts val="360"/>
              </a:spcBef>
              <a:spcAft>
                <a:spcPts val="0"/>
              </a:spcAft>
              <a:buClr>
                <a:schemeClr val="dk1"/>
              </a:buClr>
              <a:buSzPts val="1800"/>
              <a:buFont typeface="Times New Roman"/>
              <a:buChar char="•"/>
              <a:defRPr sz="1800"/>
            </a:lvl3pPr>
            <a:lvl4pPr marL="1828800" lvl="3" indent="-330200" algn="l">
              <a:lnSpc>
                <a:spcPct val="100000"/>
              </a:lnSpc>
              <a:spcBef>
                <a:spcPts val="320"/>
              </a:spcBef>
              <a:spcAft>
                <a:spcPts val="0"/>
              </a:spcAft>
              <a:buClr>
                <a:schemeClr val="dk1"/>
              </a:buClr>
              <a:buSzPts val="1600"/>
              <a:buFont typeface="Times New Roman"/>
              <a:buChar char="–"/>
              <a:defRPr sz="1600"/>
            </a:lvl4pPr>
            <a:lvl5pPr marL="2286000" lvl="4" indent="-330200" algn="l">
              <a:lnSpc>
                <a:spcPct val="100000"/>
              </a:lnSpc>
              <a:spcBef>
                <a:spcPts val="320"/>
              </a:spcBef>
              <a:spcAft>
                <a:spcPts val="0"/>
              </a:spcAft>
              <a:buClr>
                <a:schemeClr val="dk1"/>
              </a:buClr>
              <a:buSzPts val="1600"/>
              <a:buFont typeface="Times New Roman"/>
              <a:buChar char="»"/>
              <a:defRPr sz="1600"/>
            </a:lvl5pPr>
            <a:lvl6pPr marL="2743200" lvl="5" indent="-330200" algn="l">
              <a:lnSpc>
                <a:spcPct val="100000"/>
              </a:lnSpc>
              <a:spcBef>
                <a:spcPts val="320"/>
              </a:spcBef>
              <a:spcAft>
                <a:spcPts val="0"/>
              </a:spcAft>
              <a:buClr>
                <a:schemeClr val="dk1"/>
              </a:buClr>
              <a:buSzPts val="1600"/>
              <a:buFont typeface="Times New Roman"/>
              <a:buChar char="»"/>
              <a:defRPr sz="1600"/>
            </a:lvl6pPr>
            <a:lvl7pPr marL="3200400" lvl="6" indent="-330200" algn="l">
              <a:lnSpc>
                <a:spcPct val="100000"/>
              </a:lnSpc>
              <a:spcBef>
                <a:spcPts val="320"/>
              </a:spcBef>
              <a:spcAft>
                <a:spcPts val="0"/>
              </a:spcAft>
              <a:buClr>
                <a:schemeClr val="dk1"/>
              </a:buClr>
              <a:buSzPts val="1600"/>
              <a:buFont typeface="Times New Roman"/>
              <a:buChar char="»"/>
              <a:defRPr sz="1600"/>
            </a:lvl7pPr>
            <a:lvl8pPr marL="3657600" lvl="7" indent="-330200" algn="l">
              <a:lnSpc>
                <a:spcPct val="100000"/>
              </a:lnSpc>
              <a:spcBef>
                <a:spcPts val="320"/>
              </a:spcBef>
              <a:spcAft>
                <a:spcPts val="0"/>
              </a:spcAft>
              <a:buClr>
                <a:schemeClr val="dk1"/>
              </a:buClr>
              <a:buSzPts val="1600"/>
              <a:buFont typeface="Times New Roman"/>
              <a:buChar char="»"/>
              <a:defRPr sz="1600"/>
            </a:lvl8pPr>
            <a:lvl9pPr marL="4114800" lvl="8" indent="-330200" algn="l">
              <a:lnSpc>
                <a:spcPct val="100000"/>
              </a:lnSpc>
              <a:spcBef>
                <a:spcPts val="320"/>
              </a:spcBef>
              <a:spcAft>
                <a:spcPts val="0"/>
              </a:spcAft>
              <a:buClr>
                <a:schemeClr val="dk1"/>
              </a:buClr>
              <a:buSzPts val="1600"/>
              <a:buFont typeface="Times New Roman"/>
              <a:buChar char="»"/>
              <a:defRPr sz="1600"/>
            </a:lvl9pPr>
          </a:lstStyle>
          <a:p>
            <a:endParaRPr/>
          </a:p>
        </p:txBody>
      </p:sp>
      <p:sp>
        <p:nvSpPr>
          <p:cNvPr id="69" name="Google Shape;69;p10"/>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3467100" y="21153438"/>
            <a:ext cx="37307838" cy="65373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a:off x="3467100" y="13952538"/>
            <a:ext cx="37307838" cy="7200900"/>
          </a:xfrm>
          <a:prstGeom prst="rect">
            <a:avLst/>
          </a:prstGeom>
          <a:noFill/>
          <a:ln>
            <a:noFill/>
          </a:ln>
        </p:spPr>
        <p:txBody>
          <a:bodyPr spcFirstLastPara="1" wrap="square" lIns="480700" tIns="240350" rIns="480700" bIns="240350" anchor="b" anchorCtr="0">
            <a:noAutofit/>
          </a:bodyPr>
          <a:lstStyle>
            <a:lvl1pPr marL="457200" lvl="0" indent="-228600" algn="l">
              <a:lnSpc>
                <a:spcPct val="100000"/>
              </a:lnSpc>
              <a:spcBef>
                <a:spcPts val="400"/>
              </a:spcBef>
              <a:spcAft>
                <a:spcPts val="0"/>
              </a:spcAft>
              <a:buClr>
                <a:schemeClr val="dk1"/>
              </a:buClr>
              <a:buSzPts val="2000"/>
              <a:buFont typeface="Times New Roman"/>
              <a:buNone/>
              <a:defRPr sz="2000"/>
            </a:lvl1pPr>
            <a:lvl2pPr marL="914400" lvl="1" indent="-228600" algn="l">
              <a:lnSpc>
                <a:spcPct val="100000"/>
              </a:lnSpc>
              <a:spcBef>
                <a:spcPts val="360"/>
              </a:spcBef>
              <a:spcAft>
                <a:spcPts val="0"/>
              </a:spcAft>
              <a:buClr>
                <a:schemeClr val="dk1"/>
              </a:buClr>
              <a:buSzPts val="1800"/>
              <a:buFont typeface="Times New Roman"/>
              <a:buNone/>
              <a:defRPr sz="1800"/>
            </a:lvl2pPr>
            <a:lvl3pPr marL="1371600" lvl="2" indent="-228600" algn="l">
              <a:lnSpc>
                <a:spcPct val="100000"/>
              </a:lnSpc>
              <a:spcBef>
                <a:spcPts val="320"/>
              </a:spcBef>
              <a:spcAft>
                <a:spcPts val="0"/>
              </a:spcAft>
              <a:buClr>
                <a:schemeClr val="dk1"/>
              </a:buClr>
              <a:buSzPts val="1600"/>
              <a:buFont typeface="Times New Roman"/>
              <a:buNone/>
              <a:defRPr sz="1600"/>
            </a:lvl3pPr>
            <a:lvl4pPr marL="1828800" lvl="3" indent="-228600" algn="l">
              <a:lnSpc>
                <a:spcPct val="100000"/>
              </a:lnSpc>
              <a:spcBef>
                <a:spcPts val="280"/>
              </a:spcBef>
              <a:spcAft>
                <a:spcPts val="0"/>
              </a:spcAft>
              <a:buClr>
                <a:schemeClr val="dk1"/>
              </a:buClr>
              <a:buSzPts val="1400"/>
              <a:buFont typeface="Times New Roman"/>
              <a:buNone/>
              <a:defRPr sz="1400"/>
            </a:lvl4pPr>
            <a:lvl5pPr marL="2286000" lvl="4" indent="-228600" algn="l">
              <a:lnSpc>
                <a:spcPct val="100000"/>
              </a:lnSpc>
              <a:spcBef>
                <a:spcPts val="280"/>
              </a:spcBef>
              <a:spcAft>
                <a:spcPts val="0"/>
              </a:spcAft>
              <a:buClr>
                <a:schemeClr val="dk1"/>
              </a:buClr>
              <a:buSzPts val="1400"/>
              <a:buFont typeface="Times New Roman"/>
              <a:buNone/>
              <a:defRPr sz="1400"/>
            </a:lvl5pPr>
            <a:lvl6pPr marL="2743200" lvl="5" indent="-228600" algn="l">
              <a:lnSpc>
                <a:spcPct val="100000"/>
              </a:lnSpc>
              <a:spcBef>
                <a:spcPts val="280"/>
              </a:spcBef>
              <a:spcAft>
                <a:spcPts val="0"/>
              </a:spcAft>
              <a:buClr>
                <a:schemeClr val="dk1"/>
              </a:buClr>
              <a:buSzPts val="1400"/>
              <a:buFont typeface="Times New Roman"/>
              <a:buNone/>
              <a:defRPr sz="1400"/>
            </a:lvl6pPr>
            <a:lvl7pPr marL="3200400" lvl="6" indent="-228600" algn="l">
              <a:lnSpc>
                <a:spcPct val="100000"/>
              </a:lnSpc>
              <a:spcBef>
                <a:spcPts val="280"/>
              </a:spcBef>
              <a:spcAft>
                <a:spcPts val="0"/>
              </a:spcAft>
              <a:buClr>
                <a:schemeClr val="dk1"/>
              </a:buClr>
              <a:buSzPts val="1400"/>
              <a:buFont typeface="Times New Roman"/>
              <a:buNone/>
              <a:defRPr sz="1400"/>
            </a:lvl7pPr>
            <a:lvl8pPr marL="3657600" lvl="7" indent="-228600" algn="l">
              <a:lnSpc>
                <a:spcPct val="100000"/>
              </a:lnSpc>
              <a:spcBef>
                <a:spcPts val="280"/>
              </a:spcBef>
              <a:spcAft>
                <a:spcPts val="0"/>
              </a:spcAft>
              <a:buClr>
                <a:schemeClr val="dk1"/>
              </a:buClr>
              <a:buSzPts val="1400"/>
              <a:buFont typeface="Times New Roman"/>
              <a:buNone/>
              <a:defRPr sz="1400"/>
            </a:lvl8pPr>
            <a:lvl9pPr marL="4114800" lvl="8" indent="-228600" algn="l">
              <a:lnSpc>
                <a:spcPct val="100000"/>
              </a:lnSpc>
              <a:spcBef>
                <a:spcPts val="280"/>
              </a:spcBef>
              <a:spcAft>
                <a:spcPts val="0"/>
              </a:spcAft>
              <a:buClr>
                <a:schemeClr val="dk1"/>
              </a:buClr>
              <a:buSzPts val="1400"/>
              <a:buFont typeface="Times New Roman"/>
              <a:buNone/>
              <a:defRPr sz="1400"/>
            </a:lvl9pPr>
          </a:lstStyle>
          <a:p>
            <a:endParaRPr/>
          </a:p>
        </p:txBody>
      </p:sp>
      <p:sp>
        <p:nvSpPr>
          <p:cNvPr id="75" name="Google Shape;75;p11"/>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8"/>
        <p:cNvGrpSpPr/>
        <p:nvPr/>
      </p:nvGrpSpPr>
      <p:grpSpPr>
        <a:xfrm>
          <a:off x="0" y="0"/>
          <a:ext cx="0" cy="0"/>
          <a:chOff x="0" y="0"/>
          <a:chExt cx="0" cy="0"/>
        </a:xfrm>
      </p:grpSpPr>
      <p:sp>
        <p:nvSpPr>
          <p:cNvPr id="79" name="Google Shape;79;p13"/>
          <p:cNvSpPr txBox="1">
            <a:spLocks noGrp="1"/>
          </p:cNvSpPr>
          <p:nvPr>
            <p:ph type="ctrTitle"/>
          </p:nvPr>
        </p:nvSpPr>
        <p:spPr>
          <a:xfrm>
            <a:off x="3292475" y="10226675"/>
            <a:ext cx="37306250" cy="705485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13"/>
          <p:cNvSpPr txBox="1">
            <a:spLocks noGrp="1"/>
          </p:cNvSpPr>
          <p:nvPr>
            <p:ph type="subTitle" idx="1"/>
          </p:nvPr>
        </p:nvSpPr>
        <p:spPr>
          <a:xfrm>
            <a:off x="6583363" y="18653125"/>
            <a:ext cx="30724475" cy="8413750"/>
          </a:xfrm>
          <a:prstGeom prst="rect">
            <a:avLst/>
          </a:prstGeom>
          <a:noFill/>
          <a:ln>
            <a:noFill/>
          </a:ln>
        </p:spPr>
        <p:txBody>
          <a:bodyPr spcFirstLastPara="1" wrap="square" lIns="480700" tIns="240350" rIns="480700" bIns="240350" anchor="t" anchorCtr="0">
            <a:noAutofit/>
          </a:bodyPr>
          <a:lstStyle>
            <a:lvl1pPr lvl="0" algn="ctr">
              <a:lnSpc>
                <a:spcPct val="100000"/>
              </a:lnSpc>
              <a:spcBef>
                <a:spcPts val="3360"/>
              </a:spcBef>
              <a:spcAft>
                <a:spcPts val="0"/>
              </a:spcAft>
              <a:buClr>
                <a:schemeClr val="dk1"/>
              </a:buClr>
              <a:buSzPts val="16800"/>
              <a:buFont typeface="Times New Roman"/>
              <a:buNone/>
              <a:defRPr/>
            </a:lvl1pPr>
            <a:lvl2pPr lvl="1" algn="ctr">
              <a:lnSpc>
                <a:spcPct val="100000"/>
              </a:lnSpc>
              <a:spcBef>
                <a:spcPts val="2940"/>
              </a:spcBef>
              <a:spcAft>
                <a:spcPts val="0"/>
              </a:spcAft>
              <a:buClr>
                <a:schemeClr val="dk1"/>
              </a:buClr>
              <a:buSzPts val="14700"/>
              <a:buFont typeface="Times New Roman"/>
              <a:buNone/>
              <a:defRPr/>
            </a:lvl2pPr>
            <a:lvl3pPr lvl="2" algn="ctr">
              <a:lnSpc>
                <a:spcPct val="100000"/>
              </a:lnSpc>
              <a:spcBef>
                <a:spcPts val="2520"/>
              </a:spcBef>
              <a:spcAft>
                <a:spcPts val="0"/>
              </a:spcAft>
              <a:buClr>
                <a:schemeClr val="dk1"/>
              </a:buClr>
              <a:buSzPts val="12600"/>
              <a:buFont typeface="Times New Roman"/>
              <a:buNone/>
              <a:defRPr/>
            </a:lvl3pPr>
            <a:lvl4pPr lvl="3" algn="ctr">
              <a:lnSpc>
                <a:spcPct val="100000"/>
              </a:lnSpc>
              <a:spcBef>
                <a:spcPts val="2100"/>
              </a:spcBef>
              <a:spcAft>
                <a:spcPts val="0"/>
              </a:spcAft>
              <a:buClr>
                <a:schemeClr val="dk1"/>
              </a:buClr>
              <a:buSzPts val="10500"/>
              <a:buFont typeface="Times New Roman"/>
              <a:buNone/>
              <a:defRPr/>
            </a:lvl4pPr>
            <a:lvl5pPr lvl="4" algn="ctr">
              <a:lnSpc>
                <a:spcPct val="100000"/>
              </a:lnSpc>
              <a:spcBef>
                <a:spcPts val="2100"/>
              </a:spcBef>
              <a:spcAft>
                <a:spcPts val="0"/>
              </a:spcAft>
              <a:buClr>
                <a:schemeClr val="dk1"/>
              </a:buClr>
              <a:buSzPts val="10500"/>
              <a:buFont typeface="Times New Roman"/>
              <a:buNone/>
              <a:defRPr/>
            </a:lvl5pPr>
            <a:lvl6pPr lvl="5" algn="ctr">
              <a:lnSpc>
                <a:spcPct val="100000"/>
              </a:lnSpc>
              <a:spcBef>
                <a:spcPts val="2100"/>
              </a:spcBef>
              <a:spcAft>
                <a:spcPts val="0"/>
              </a:spcAft>
              <a:buClr>
                <a:schemeClr val="dk1"/>
              </a:buClr>
              <a:buSzPts val="10500"/>
              <a:buFont typeface="Times New Roman"/>
              <a:buNone/>
              <a:defRPr/>
            </a:lvl6pPr>
            <a:lvl7pPr lvl="6" algn="ctr">
              <a:lnSpc>
                <a:spcPct val="100000"/>
              </a:lnSpc>
              <a:spcBef>
                <a:spcPts val="2100"/>
              </a:spcBef>
              <a:spcAft>
                <a:spcPts val="0"/>
              </a:spcAft>
              <a:buClr>
                <a:schemeClr val="dk1"/>
              </a:buClr>
              <a:buSzPts val="10500"/>
              <a:buFont typeface="Times New Roman"/>
              <a:buNone/>
              <a:defRPr/>
            </a:lvl7pPr>
            <a:lvl8pPr lvl="7" algn="ctr">
              <a:lnSpc>
                <a:spcPct val="100000"/>
              </a:lnSpc>
              <a:spcBef>
                <a:spcPts val="2100"/>
              </a:spcBef>
              <a:spcAft>
                <a:spcPts val="0"/>
              </a:spcAft>
              <a:buClr>
                <a:schemeClr val="dk1"/>
              </a:buClr>
              <a:buSzPts val="10500"/>
              <a:buFont typeface="Times New Roman"/>
              <a:buNone/>
              <a:defRPr/>
            </a:lvl8pPr>
            <a:lvl9pPr lvl="8" algn="ctr">
              <a:lnSpc>
                <a:spcPct val="100000"/>
              </a:lnSpc>
              <a:spcBef>
                <a:spcPts val="2100"/>
              </a:spcBef>
              <a:spcAft>
                <a:spcPts val="0"/>
              </a:spcAft>
              <a:buClr>
                <a:schemeClr val="dk1"/>
              </a:buClr>
              <a:buSzPts val="10500"/>
              <a:buFont typeface="Times New Roman"/>
              <a:buNone/>
              <a:defRPr/>
            </a:lvl9pPr>
          </a:lstStyle>
          <a:p>
            <a:endParaRPr/>
          </a:p>
        </p:txBody>
      </p:sp>
      <p:sp>
        <p:nvSpPr>
          <p:cNvPr id="81" name="Google Shape;81;p13"/>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marR="0" lvl="0"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2"/>
          <p:cNvSpPr txBox="1">
            <a:spLocks noGrp="1"/>
          </p:cNvSpPr>
          <p:nvPr>
            <p:ph type="body" idx="1"/>
          </p:nvPr>
        </p:nvSpPr>
        <p:spPr>
          <a:xfrm>
            <a:off x="3290887" y="9510712"/>
            <a:ext cx="37309425" cy="19750087"/>
          </a:xfrm>
          <a:prstGeom prst="rect">
            <a:avLst/>
          </a:prstGeom>
          <a:noFill/>
          <a:ln>
            <a:noFill/>
          </a:ln>
        </p:spPr>
        <p:txBody>
          <a:bodyPr spcFirstLastPara="1" wrap="square" lIns="480700" tIns="240350" rIns="480700" bIns="240350" anchor="t" anchorCtr="0">
            <a:noAutofit/>
          </a:bodyPr>
          <a:lstStyle>
            <a:lvl1pPr marL="457200" marR="0" lvl="0" indent="-1295400" algn="l" rtl="0">
              <a:lnSpc>
                <a:spcPct val="100000"/>
              </a:lnSpc>
              <a:spcBef>
                <a:spcPts val="3360"/>
              </a:spcBef>
              <a:spcAft>
                <a:spcPts val="0"/>
              </a:spcAft>
              <a:buClr>
                <a:schemeClr val="dk1"/>
              </a:buClr>
              <a:buSzPts val="16800"/>
              <a:buFont typeface="Times New Roman"/>
              <a:buChar char="•"/>
              <a:defRPr sz="16800" b="0" i="0" u="none" strike="noStrike" cap="none">
                <a:solidFill>
                  <a:schemeClr val="dk1"/>
                </a:solidFill>
                <a:latin typeface="Times New Roman"/>
                <a:ea typeface="Times New Roman"/>
                <a:cs typeface="Times New Roman"/>
                <a:sym typeface="Times New Roman"/>
              </a:defRPr>
            </a:lvl1pPr>
            <a:lvl2pPr marL="914400" marR="0" lvl="1" indent="-1162050" algn="l" rtl="0">
              <a:lnSpc>
                <a:spcPct val="100000"/>
              </a:lnSpc>
              <a:spcBef>
                <a:spcPts val="2940"/>
              </a:spcBef>
              <a:spcAft>
                <a:spcPts val="0"/>
              </a:spcAft>
              <a:buClr>
                <a:schemeClr val="dk1"/>
              </a:buClr>
              <a:buSzPts val="14700"/>
              <a:buFont typeface="Times New Roman"/>
              <a:buChar char="–"/>
              <a:defRPr sz="14700" b="0" i="0" u="none" strike="noStrike" cap="none">
                <a:solidFill>
                  <a:schemeClr val="dk1"/>
                </a:solidFill>
                <a:latin typeface="Times New Roman"/>
                <a:ea typeface="Times New Roman"/>
                <a:cs typeface="Times New Roman"/>
                <a:sym typeface="Times New Roman"/>
              </a:defRPr>
            </a:lvl2pPr>
            <a:lvl3pPr marL="1371600" marR="0" lvl="2" indent="-1028700" algn="l" rtl="0">
              <a:lnSpc>
                <a:spcPct val="100000"/>
              </a:lnSpc>
              <a:spcBef>
                <a:spcPts val="2520"/>
              </a:spcBef>
              <a:spcAft>
                <a:spcPts val="0"/>
              </a:spcAft>
              <a:buClr>
                <a:schemeClr val="dk1"/>
              </a:buClr>
              <a:buSzPts val="12600"/>
              <a:buFont typeface="Times New Roman"/>
              <a:buChar char="•"/>
              <a:defRPr sz="12600" b="0" i="0" u="none" strike="noStrike" cap="none">
                <a:solidFill>
                  <a:schemeClr val="dk1"/>
                </a:solidFill>
                <a:latin typeface="Times New Roman"/>
                <a:ea typeface="Times New Roman"/>
                <a:cs typeface="Times New Roman"/>
                <a:sym typeface="Times New Roman"/>
              </a:defRPr>
            </a:lvl3pPr>
            <a:lvl4pPr marL="1828800" marR="0" lvl="3"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4pPr>
            <a:lvl5pPr marL="2286000" marR="0" lvl="4"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5pPr>
            <a:lvl6pPr marL="2743200" marR="0" lvl="5"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6pPr>
            <a:lvl7pPr marL="3200400" marR="0" lvl="6"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7pPr>
            <a:lvl8pPr marL="3657600" marR="0" lvl="7"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8pPr>
            <a:lvl9pPr marL="4114800" marR="0" lvl="8"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2"/>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9pPr>
          </a:lstStyle>
          <a:p>
            <a:endParaRPr/>
          </a:p>
        </p:txBody>
      </p:sp>
      <p:sp>
        <p:nvSpPr>
          <p:cNvPr id="13" name="Google Shape;13;p2"/>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2"/>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2.png"/><Relationship Id="rId18" Type="http://schemas.openxmlformats.org/officeDocument/2006/relationships/image" Target="../media/image7.png"/><Relationship Id="rId26" Type="http://schemas.openxmlformats.org/officeDocument/2006/relationships/image" Target="../media/image15.png"/><Relationship Id="rId39" Type="http://schemas.openxmlformats.org/officeDocument/2006/relationships/image" Target="../media/image28.png"/><Relationship Id="rId21" Type="http://schemas.openxmlformats.org/officeDocument/2006/relationships/image" Target="../media/image10.png"/><Relationship Id="rId34" Type="http://schemas.openxmlformats.org/officeDocument/2006/relationships/image" Target="../media/image23.png"/><Relationship Id="rId42" Type="http://schemas.openxmlformats.org/officeDocument/2006/relationships/image" Target="../media/image31.png"/><Relationship Id="rId47" Type="http://schemas.openxmlformats.org/officeDocument/2006/relationships/image" Target="../media/image36.png"/><Relationship Id="rId7" Type="http://schemas.openxmlformats.org/officeDocument/2006/relationships/hyperlink" Target="https://doi.org/10.48550/arxiv.1910.03771" TargetMode="External"/><Relationship Id="rId2" Type="http://schemas.openxmlformats.org/officeDocument/2006/relationships/notesSlide" Target="../notesSlides/notesSlide1.xml"/><Relationship Id="rId16" Type="http://schemas.openxmlformats.org/officeDocument/2006/relationships/image" Target="../media/image5.png"/><Relationship Id="rId29"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hyperlink" Target="https://doi.org/10.48550/arxiv.1310.4546" TargetMode="External"/><Relationship Id="rId11" Type="http://schemas.openxmlformats.org/officeDocument/2006/relationships/hyperlink" Target="https://engineering.fb.com/2016/10/25/ml-applications/building-an-efficient-neural-language-model-over-a-billion-words/" TargetMode="External"/><Relationship Id="rId24" Type="http://schemas.openxmlformats.org/officeDocument/2006/relationships/image" Target="../media/image13.png"/><Relationship Id="rId32" Type="http://schemas.openxmlformats.org/officeDocument/2006/relationships/image" Target="../media/image21.png"/><Relationship Id="rId37" Type="http://schemas.openxmlformats.org/officeDocument/2006/relationships/image" Target="../media/image26.png"/><Relationship Id="rId40" Type="http://schemas.openxmlformats.org/officeDocument/2006/relationships/image" Target="../media/image29.png"/><Relationship Id="rId45" Type="http://schemas.openxmlformats.org/officeDocument/2006/relationships/image" Target="../media/image34.png"/><Relationship Id="rId5" Type="http://schemas.openxmlformats.org/officeDocument/2006/relationships/hyperlink" Target="https://web.stanford.edu/class/archive/cs/cs224n/cs224n.1246/" TargetMode="External"/><Relationship Id="rId15" Type="http://schemas.openxmlformats.org/officeDocument/2006/relationships/image" Target="../media/image4.png"/><Relationship Id="rId23" Type="http://schemas.openxmlformats.org/officeDocument/2006/relationships/image" Target="../media/image12.png"/><Relationship Id="rId28" Type="http://schemas.openxmlformats.org/officeDocument/2006/relationships/image" Target="../media/image17.png"/><Relationship Id="rId36" Type="http://schemas.openxmlformats.org/officeDocument/2006/relationships/image" Target="../media/image25.png"/><Relationship Id="rId10" Type="http://schemas.openxmlformats.org/officeDocument/2006/relationships/hyperlink" Target="https://doi.org/10.48550/arxiv.1411.2738" TargetMode="External"/><Relationship Id="rId19" Type="http://schemas.openxmlformats.org/officeDocument/2006/relationships/image" Target="../media/image8.png"/><Relationship Id="rId31" Type="http://schemas.openxmlformats.org/officeDocument/2006/relationships/image" Target="../media/image20.png"/><Relationship Id="rId44" Type="http://schemas.openxmlformats.org/officeDocument/2006/relationships/image" Target="../media/image33.png"/><Relationship Id="rId4" Type="http://schemas.openxmlformats.org/officeDocument/2006/relationships/hyperlink" Target="https://doi.org/10.26438/ijcse/v6i1.161167" TargetMode="External"/><Relationship Id="rId9" Type="http://schemas.openxmlformats.org/officeDocument/2006/relationships/hyperlink" Target="https://doi.org/10.1145/219717.219748" TargetMode="External"/><Relationship Id="rId14" Type="http://schemas.openxmlformats.org/officeDocument/2006/relationships/image" Target="../media/image3.png"/><Relationship Id="rId22" Type="http://schemas.openxmlformats.org/officeDocument/2006/relationships/image" Target="../media/image11.png"/><Relationship Id="rId27" Type="http://schemas.openxmlformats.org/officeDocument/2006/relationships/image" Target="../media/image16.png"/><Relationship Id="rId30" Type="http://schemas.openxmlformats.org/officeDocument/2006/relationships/image" Target="../media/image19.png"/><Relationship Id="rId35" Type="http://schemas.openxmlformats.org/officeDocument/2006/relationships/image" Target="../media/image24.png"/><Relationship Id="rId43" Type="http://schemas.openxmlformats.org/officeDocument/2006/relationships/image" Target="../media/image32.png"/><Relationship Id="rId8" Type="http://schemas.openxmlformats.org/officeDocument/2006/relationships/hyperlink" Target="https://doi.org/10.3115/v1/d14-1082" TargetMode="External"/><Relationship Id="rId3" Type="http://schemas.openxmlformats.org/officeDocument/2006/relationships/hyperlink" Target="https://doi.org/10.1007/s11042-022-13428-4" TargetMode="External"/><Relationship Id="rId12" Type="http://schemas.openxmlformats.org/officeDocument/2006/relationships/hyperlink" Target="https://pages.cs.wisc.edu/~yliang/cs540_1_fall21/documents/CS540-NLP.pdf" TargetMode="External"/><Relationship Id="rId17" Type="http://schemas.openxmlformats.org/officeDocument/2006/relationships/image" Target="../media/image6.png"/><Relationship Id="rId25" Type="http://schemas.openxmlformats.org/officeDocument/2006/relationships/image" Target="../media/image14.png"/><Relationship Id="rId33" Type="http://schemas.openxmlformats.org/officeDocument/2006/relationships/image" Target="../media/image22.png"/><Relationship Id="rId38" Type="http://schemas.openxmlformats.org/officeDocument/2006/relationships/image" Target="../media/image27.png"/><Relationship Id="rId46" Type="http://schemas.openxmlformats.org/officeDocument/2006/relationships/image" Target="../media/image35.png"/><Relationship Id="rId20" Type="http://schemas.openxmlformats.org/officeDocument/2006/relationships/image" Target="../media/image9.png"/><Relationship Id="rId4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
          <p:cNvSpPr txBox="1"/>
          <p:nvPr/>
        </p:nvSpPr>
        <p:spPr>
          <a:xfrm>
            <a:off x="15568612" y="1743075"/>
            <a:ext cx="14549400" cy="924000"/>
          </a:xfrm>
          <a:prstGeom prst="rect">
            <a:avLst/>
          </a:prstGeom>
          <a:solidFill>
            <a:srgbClr val="FFCC99">
              <a:alpha val="35294"/>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5400"/>
              <a:buFont typeface="Times New Roman"/>
              <a:buNone/>
            </a:pPr>
            <a:r>
              <a:rPr lang="en-US" sz="5400" b="1" i="0" u="none" strike="noStrike" cap="none">
                <a:solidFill>
                  <a:schemeClr val="dk1"/>
                </a:solidFill>
                <a:latin typeface="Times New Roman"/>
                <a:ea typeface="Times New Roman"/>
                <a:cs typeface="Times New Roman"/>
                <a:sym typeface="Times New Roman"/>
              </a:rPr>
              <a:t>Your Full Name and My Full Name (54)</a:t>
            </a:r>
            <a:endParaRPr sz="1400" b="0" i="0" u="none" strike="noStrike" cap="none">
              <a:solidFill>
                <a:srgbClr val="000000"/>
              </a:solidFill>
              <a:latin typeface="Arial"/>
              <a:ea typeface="Arial"/>
              <a:cs typeface="Arial"/>
              <a:sym typeface="Arial"/>
            </a:endParaRPr>
          </a:p>
        </p:txBody>
      </p:sp>
      <p:cxnSp>
        <p:nvCxnSpPr>
          <p:cNvPr id="90" name="Google Shape;90;p1"/>
          <p:cNvCxnSpPr/>
          <p:nvPr/>
        </p:nvCxnSpPr>
        <p:spPr>
          <a:xfrm>
            <a:off x="14712950" y="4572000"/>
            <a:ext cx="279300" cy="28441800"/>
          </a:xfrm>
          <a:prstGeom prst="straightConnector1">
            <a:avLst/>
          </a:prstGeom>
          <a:noFill/>
          <a:ln w="152400" cap="flat" cmpd="sng">
            <a:solidFill>
              <a:schemeClr val="dk1"/>
            </a:solidFill>
            <a:prstDash val="solid"/>
            <a:miter lim="800000"/>
            <a:headEnd type="none" w="sm" len="sm"/>
            <a:tailEnd type="none" w="sm" len="sm"/>
          </a:ln>
        </p:spPr>
      </p:cxnSp>
      <p:cxnSp>
        <p:nvCxnSpPr>
          <p:cNvPr id="91" name="Google Shape;91;p1"/>
          <p:cNvCxnSpPr/>
          <p:nvPr/>
        </p:nvCxnSpPr>
        <p:spPr>
          <a:xfrm flipH="1">
            <a:off x="29276647" y="4514850"/>
            <a:ext cx="18900" cy="28470300"/>
          </a:xfrm>
          <a:prstGeom prst="straightConnector1">
            <a:avLst/>
          </a:prstGeom>
          <a:noFill/>
          <a:ln w="152400" cap="flat" cmpd="sng">
            <a:solidFill>
              <a:schemeClr val="dk1"/>
            </a:solidFill>
            <a:prstDash val="solid"/>
            <a:miter lim="800000"/>
            <a:headEnd type="none" w="sm" len="sm"/>
            <a:tailEnd type="none" w="sm" len="sm"/>
          </a:ln>
        </p:spPr>
      </p:cxnSp>
      <p:sp>
        <p:nvSpPr>
          <p:cNvPr id="92" name="Google Shape;92;p1"/>
          <p:cNvSpPr txBox="1"/>
          <p:nvPr/>
        </p:nvSpPr>
        <p:spPr>
          <a:xfrm>
            <a:off x="1565772" y="9285272"/>
            <a:ext cx="107442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INTRODUCTION AND BACKGROUND</a:t>
            </a:r>
            <a:endParaRPr sz="4000" b="1" i="0" u="none" strike="noStrike" cap="none">
              <a:solidFill>
                <a:schemeClr val="dk1"/>
              </a:solidFill>
              <a:latin typeface="Times New Roman"/>
              <a:ea typeface="Times New Roman"/>
              <a:cs typeface="Times New Roman"/>
              <a:sym typeface="Times New Roman"/>
            </a:endParaRPr>
          </a:p>
        </p:txBody>
      </p:sp>
      <p:sp>
        <p:nvSpPr>
          <p:cNvPr id="93" name="Google Shape;93;p1"/>
          <p:cNvSpPr txBox="1"/>
          <p:nvPr/>
        </p:nvSpPr>
        <p:spPr>
          <a:xfrm>
            <a:off x="31165800" y="5067202"/>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RESULTS</a:t>
            </a:r>
            <a:endParaRPr sz="1400" b="0" i="0" u="none" strike="noStrike" cap="none">
              <a:solidFill>
                <a:srgbClr val="000000"/>
              </a:solidFill>
              <a:latin typeface="Arial"/>
              <a:ea typeface="Arial"/>
              <a:cs typeface="Arial"/>
              <a:sym typeface="Arial"/>
            </a:endParaRPr>
          </a:p>
        </p:txBody>
      </p:sp>
      <p:sp>
        <p:nvSpPr>
          <p:cNvPr id="94" name="Google Shape;94;p1"/>
          <p:cNvSpPr txBox="1"/>
          <p:nvPr/>
        </p:nvSpPr>
        <p:spPr>
          <a:xfrm>
            <a:off x="231972" y="2819400"/>
            <a:ext cx="43129200" cy="1754700"/>
          </a:xfrm>
          <a:prstGeom prst="rect">
            <a:avLst/>
          </a:prstGeom>
          <a:solidFill>
            <a:srgbClr val="FFCC99">
              <a:alpha val="35294"/>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5400"/>
              <a:buFont typeface="Times New Roman"/>
              <a:buNone/>
            </a:pPr>
            <a:r>
              <a:rPr lang="en-US" sz="5400" b="1" i="1" dirty="0">
                <a:solidFill>
                  <a:schemeClr val="dk1"/>
                </a:solidFill>
                <a:latin typeface="Times New Roman"/>
                <a:ea typeface="Times New Roman"/>
                <a:cs typeface="Times New Roman"/>
                <a:sym typeface="Times New Roman"/>
              </a:rPr>
              <a:t>Ramu Battu and </a:t>
            </a:r>
            <a:r>
              <a:rPr lang="en-US" sz="5400" b="1" i="1" u="none" strike="noStrike" cap="none" dirty="0" err="1">
                <a:solidFill>
                  <a:schemeClr val="dk1"/>
                </a:solidFill>
                <a:latin typeface="Times New Roman"/>
                <a:ea typeface="Times New Roman"/>
                <a:cs typeface="Times New Roman"/>
                <a:sym typeface="Times New Roman"/>
              </a:rPr>
              <a:t>Nitaigour</a:t>
            </a:r>
            <a:r>
              <a:rPr lang="en-US" sz="5400" b="1" i="1" u="none" strike="noStrike" cap="none" dirty="0">
                <a:solidFill>
                  <a:schemeClr val="dk1"/>
                </a:solidFill>
                <a:latin typeface="Times New Roman"/>
                <a:ea typeface="Times New Roman"/>
                <a:cs typeface="Times New Roman"/>
                <a:sym typeface="Times New Roman"/>
              </a:rPr>
              <a:t> P Mahalik </a:t>
            </a:r>
            <a:endParaRPr sz="5400" b="1" i="1"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5400"/>
              <a:buFont typeface="Times New Roman"/>
              <a:buNone/>
            </a:pPr>
            <a:r>
              <a:rPr lang="en-US" sz="5400" b="1" i="1" u="none" strike="noStrike" cap="none" dirty="0">
                <a:solidFill>
                  <a:schemeClr val="dk1"/>
                </a:solidFill>
                <a:latin typeface="Times New Roman"/>
                <a:ea typeface="Times New Roman"/>
                <a:cs typeface="Times New Roman"/>
                <a:sym typeface="Times New Roman"/>
              </a:rPr>
              <a:t>Department of Industrial Technology, Jordan College of Agricultural Science and Technology, California State University, Fresno, California, USA</a:t>
            </a:r>
            <a:endParaRPr sz="1400" b="0" i="0" u="none" strike="noStrike" cap="none" dirty="0">
              <a:solidFill>
                <a:srgbClr val="000000"/>
              </a:solidFill>
              <a:latin typeface="Arial"/>
              <a:ea typeface="Arial"/>
              <a:cs typeface="Arial"/>
              <a:sym typeface="Arial"/>
            </a:endParaRPr>
          </a:p>
        </p:txBody>
      </p:sp>
      <p:sp>
        <p:nvSpPr>
          <p:cNvPr id="95" name="Google Shape;95;p1"/>
          <p:cNvSpPr txBox="1"/>
          <p:nvPr/>
        </p:nvSpPr>
        <p:spPr>
          <a:xfrm>
            <a:off x="17699862" y="5046081"/>
            <a:ext cx="84915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METHODOLOGY</a:t>
            </a:r>
            <a:endParaRPr sz="1400" b="0" i="0" u="none" strike="noStrike" cap="none">
              <a:solidFill>
                <a:srgbClr val="000000"/>
              </a:solidFill>
              <a:latin typeface="Arial"/>
              <a:ea typeface="Arial"/>
              <a:cs typeface="Arial"/>
              <a:sym typeface="Arial"/>
            </a:endParaRPr>
          </a:p>
        </p:txBody>
      </p:sp>
      <p:sp>
        <p:nvSpPr>
          <p:cNvPr id="96" name="Google Shape;96;p1"/>
          <p:cNvSpPr txBox="1"/>
          <p:nvPr/>
        </p:nvSpPr>
        <p:spPr>
          <a:xfrm>
            <a:off x="2748862" y="15779352"/>
            <a:ext cx="84915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LITERATURE REVIEW</a:t>
            </a:r>
            <a:endParaRPr sz="1400" b="0" i="0" u="none" strike="noStrike" cap="none">
              <a:solidFill>
                <a:srgbClr val="000000"/>
              </a:solidFill>
              <a:latin typeface="Arial"/>
              <a:ea typeface="Arial"/>
              <a:cs typeface="Arial"/>
              <a:sym typeface="Arial"/>
            </a:endParaRPr>
          </a:p>
        </p:txBody>
      </p:sp>
      <p:sp>
        <p:nvSpPr>
          <p:cNvPr id="97" name="Google Shape;97;p1"/>
          <p:cNvSpPr txBox="1"/>
          <p:nvPr/>
        </p:nvSpPr>
        <p:spPr>
          <a:xfrm>
            <a:off x="17030700" y="18130459"/>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DESIGNS </a:t>
            </a:r>
            <a:endParaRPr sz="1400" b="0" i="0" u="none" strike="noStrike" cap="none">
              <a:solidFill>
                <a:srgbClr val="000000"/>
              </a:solidFill>
              <a:latin typeface="Arial"/>
              <a:ea typeface="Arial"/>
              <a:cs typeface="Arial"/>
              <a:sym typeface="Arial"/>
            </a:endParaRPr>
          </a:p>
        </p:txBody>
      </p:sp>
      <p:sp>
        <p:nvSpPr>
          <p:cNvPr id="98" name="Google Shape;98;p1"/>
          <p:cNvSpPr txBox="1"/>
          <p:nvPr/>
        </p:nvSpPr>
        <p:spPr>
          <a:xfrm>
            <a:off x="31689600" y="26451419"/>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p:txBody>
      </p:sp>
      <p:sp>
        <p:nvSpPr>
          <p:cNvPr id="99" name="Google Shape;99;p1"/>
          <p:cNvSpPr txBox="1"/>
          <p:nvPr/>
        </p:nvSpPr>
        <p:spPr>
          <a:xfrm>
            <a:off x="31365200" y="19446175"/>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DISCUSSION AND CONCLUSIONS</a:t>
            </a:r>
            <a:endParaRPr sz="1400" b="0" i="0" u="none" strike="noStrike" cap="none">
              <a:solidFill>
                <a:srgbClr val="000000"/>
              </a:solidFill>
              <a:latin typeface="Arial"/>
              <a:ea typeface="Arial"/>
              <a:cs typeface="Arial"/>
              <a:sym typeface="Arial"/>
            </a:endParaRPr>
          </a:p>
        </p:txBody>
      </p:sp>
      <p:sp>
        <p:nvSpPr>
          <p:cNvPr id="100" name="Google Shape;100;p1"/>
          <p:cNvSpPr txBox="1">
            <a:spLocks noGrp="1"/>
          </p:cNvSpPr>
          <p:nvPr>
            <p:ph type="title"/>
          </p:nvPr>
        </p:nvSpPr>
        <p:spPr>
          <a:xfrm>
            <a:off x="79845" y="85725"/>
            <a:ext cx="43586400" cy="2733600"/>
          </a:xfrm>
          <a:prstGeom prst="rect">
            <a:avLst/>
          </a:prstGeom>
          <a:solidFill>
            <a:srgbClr val="CCCCFF"/>
          </a:solidFill>
          <a:ln>
            <a:noFill/>
          </a:ln>
        </p:spPr>
        <p:txBody>
          <a:bodyPr spcFirstLastPara="1" wrap="square" lIns="480700" tIns="240350" rIns="480700" bIns="240350" anchor="ctr" anchorCtr="0">
            <a:noAutofit/>
          </a:bodyPr>
          <a:lstStyle/>
          <a:p>
            <a:pPr marL="0" lvl="0" indent="0" algn="ctr" rtl="0">
              <a:spcBef>
                <a:spcPts val="0"/>
              </a:spcBef>
              <a:spcAft>
                <a:spcPts val="0"/>
              </a:spcAft>
              <a:buNone/>
            </a:pPr>
            <a:r>
              <a:rPr lang="en-US" sz="9400" b="1">
                <a:solidFill>
                  <a:schemeClr val="dk1"/>
                </a:solidFill>
                <a:latin typeface="Arial"/>
                <a:ea typeface="Arial"/>
                <a:cs typeface="Arial"/>
                <a:sym typeface="Arial"/>
              </a:rPr>
              <a:t>Natural Language Processing(NLP)</a:t>
            </a:r>
            <a:endParaRPr/>
          </a:p>
        </p:txBody>
      </p:sp>
      <p:sp>
        <p:nvSpPr>
          <p:cNvPr id="101" name="Google Shape;101;p1"/>
          <p:cNvSpPr txBox="1"/>
          <p:nvPr/>
        </p:nvSpPr>
        <p:spPr>
          <a:xfrm>
            <a:off x="1622500" y="5209039"/>
            <a:ext cx="107442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Abstract</a:t>
            </a:r>
            <a:endParaRPr sz="4000" b="0" i="0" u="none" strike="noStrike" cap="none">
              <a:solidFill>
                <a:srgbClr val="000000"/>
              </a:solidFill>
              <a:latin typeface="Times New Roman"/>
              <a:ea typeface="Times New Roman"/>
              <a:cs typeface="Times New Roman"/>
              <a:sym typeface="Times New Roman"/>
            </a:endParaRPr>
          </a:p>
        </p:txBody>
      </p:sp>
      <p:sp>
        <p:nvSpPr>
          <p:cNvPr id="102" name="Google Shape;102;p1"/>
          <p:cNvSpPr txBox="1"/>
          <p:nvPr/>
        </p:nvSpPr>
        <p:spPr>
          <a:xfrm>
            <a:off x="589450" y="18940475"/>
            <a:ext cx="13636200" cy="136902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1200"/>
              </a:spcAft>
              <a:buClr>
                <a:srgbClr val="000000"/>
              </a:buClr>
              <a:buSzPts val="2300"/>
              <a:buFont typeface="Arial"/>
              <a:buNone/>
            </a:pPr>
            <a:endParaRPr sz="2300" b="0" i="0" u="none" strike="noStrike" cap="none">
              <a:solidFill>
                <a:schemeClr val="dk1"/>
              </a:solidFill>
              <a:latin typeface="Times New Roman"/>
              <a:ea typeface="Times New Roman"/>
              <a:cs typeface="Times New Roman"/>
              <a:sym typeface="Times New Roman"/>
            </a:endParaRPr>
          </a:p>
        </p:txBody>
      </p:sp>
      <p:sp>
        <p:nvSpPr>
          <p:cNvPr id="103" name="Google Shape;103;p1"/>
          <p:cNvSpPr txBox="1"/>
          <p:nvPr/>
        </p:nvSpPr>
        <p:spPr>
          <a:xfrm>
            <a:off x="368775" y="10143976"/>
            <a:ext cx="14058900" cy="50826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2300">
                <a:solidFill>
                  <a:schemeClr val="dk1"/>
                </a:solidFill>
              </a:rPr>
              <a:t>Natural Language Processing (NLP) is a filed that concentrates on developing computational techniques for representation, analyzing and generating human languages. Mainly, NLP can be broken into two parts including Natural Language Understanding (NLU) and  Natural Language Generation(NLG). Human language is complex due to several reasons, such as context dependence and the attachment of ambiguity. Moreover, the meaning of a word in a text usually depends on its surrounding words and grammatical structure. This makes it difficult to model them. Moreover, the distribution of words surrounding a particular word illustrates the meaning of that word. For instance, if we pick up “tea” from a sentence, the distribution of surrounding words may consist of kettle, hot, delicious, pot, drink, etc., and similar words to “tea” (like “coffee”) can have a similar distribution. The major problem in natural language processing was the representation of words in computer systems such that preserves semantic similarity and relationships between words. For addressing this problem, representing words as vectors in higher dimensional space is introduced. More recently, NLP has evolved rapidly with introduction of attention and transformer archiectures.</a:t>
            </a:r>
            <a:endParaRPr sz="2300">
              <a:solidFill>
                <a:schemeClr val="dk1"/>
              </a:solidFill>
            </a:endParaRPr>
          </a:p>
          <a:p>
            <a:pPr marL="0" marR="0" lvl="0" indent="0" algn="just" rtl="0">
              <a:lnSpc>
                <a:spcPct val="115000"/>
              </a:lnSpc>
              <a:spcBef>
                <a:spcPts val="1200"/>
              </a:spcBef>
              <a:spcAft>
                <a:spcPts val="0"/>
              </a:spcAft>
              <a:buClr>
                <a:schemeClr val="dk1"/>
              </a:buClr>
              <a:buSzPts val="1100"/>
              <a:buFont typeface="Arial"/>
              <a:buNone/>
            </a:pPr>
            <a:endParaRPr sz="2300">
              <a:solidFill>
                <a:schemeClr val="dk1"/>
              </a:solidFill>
            </a:endParaRPr>
          </a:p>
        </p:txBody>
      </p:sp>
      <p:sp>
        <p:nvSpPr>
          <p:cNvPr id="104" name="Google Shape;104;p1"/>
          <p:cNvSpPr txBox="1"/>
          <p:nvPr/>
        </p:nvSpPr>
        <p:spPr>
          <a:xfrm>
            <a:off x="29581450" y="27346500"/>
            <a:ext cx="14084700" cy="55719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1.</a:t>
            </a:r>
            <a:r>
              <a:rPr lang="en-US" sz="700">
                <a:solidFill>
                  <a:schemeClr val="dk1"/>
                </a:solidFill>
                <a:latin typeface="Times New Roman"/>
                <a:ea typeface="Times New Roman"/>
                <a:cs typeface="Times New Roman"/>
                <a:sym typeface="Times New Roman"/>
              </a:rPr>
              <a:t>  	</a:t>
            </a:r>
            <a:r>
              <a:rPr lang="en-US" sz="1100">
                <a:solidFill>
                  <a:schemeClr val="dk1"/>
                </a:solidFill>
              </a:rPr>
              <a:t>Khurana, D., Koli, A., Khatter, K., &amp; Singh, S. (2022). Natural language processing: state of the art, current trends and challenges. </a:t>
            </a:r>
            <a:r>
              <a:rPr lang="en-US" sz="1100" i="1">
                <a:solidFill>
                  <a:schemeClr val="dk1"/>
                </a:solidFill>
              </a:rPr>
              <a:t>Multimedia Tools and Applications</a:t>
            </a:r>
            <a:r>
              <a:rPr lang="en-US" sz="1100">
                <a:solidFill>
                  <a:schemeClr val="dk1"/>
                </a:solidFill>
              </a:rPr>
              <a:t>, </a:t>
            </a:r>
            <a:r>
              <a:rPr lang="en-US" sz="1100" i="1">
                <a:solidFill>
                  <a:schemeClr val="dk1"/>
                </a:solidFill>
              </a:rPr>
              <a:t>82</a:t>
            </a:r>
            <a:r>
              <a:rPr lang="en-US" sz="1100">
                <a:solidFill>
                  <a:schemeClr val="dk1"/>
                </a:solidFill>
              </a:rPr>
              <a:t>(3), 3713–3744.</a:t>
            </a:r>
            <a:r>
              <a:rPr lang="en-US" sz="1100">
                <a:solidFill>
                  <a:schemeClr val="dk1"/>
                </a:solidFill>
                <a:uFill>
                  <a:noFill/>
                </a:uFill>
                <a:hlinkClick r:id="rId3">
                  <a:extLst>
                    <a:ext uri="{A12FA001-AC4F-418D-AE19-62706E023703}">
                      <ahyp:hlinkClr xmlns:ahyp="http://schemas.microsoft.com/office/drawing/2018/hyperlinkcolor" val="tx"/>
                    </a:ext>
                  </a:extLst>
                </a:hlinkClick>
              </a:rPr>
              <a:t> </a:t>
            </a:r>
            <a:r>
              <a:rPr lang="en-US" sz="1100" u="sng">
                <a:solidFill>
                  <a:schemeClr val="dk1"/>
                </a:solidFill>
                <a:hlinkClick r:id="rId3">
                  <a:extLst>
                    <a:ext uri="{A12FA001-AC4F-418D-AE19-62706E023703}">
                      <ahyp:hlinkClr xmlns:ahyp="http://schemas.microsoft.com/office/drawing/2018/hyperlinkcolor" val="tx"/>
                    </a:ext>
                  </a:extLst>
                </a:hlinkClick>
              </a:rPr>
              <a:t>https://doi.org/10.1007/s11042-022-13428-4</a:t>
            </a:r>
            <a:endParaRPr sz="1100" u="sng">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2.</a:t>
            </a:r>
            <a:r>
              <a:rPr lang="en-US" sz="700">
                <a:solidFill>
                  <a:schemeClr val="dk1"/>
                </a:solidFill>
                <a:latin typeface="Times New Roman"/>
                <a:ea typeface="Times New Roman"/>
                <a:cs typeface="Times New Roman"/>
                <a:sym typeface="Times New Roman"/>
              </a:rPr>
              <a:t>  	</a:t>
            </a:r>
            <a:r>
              <a:rPr lang="en-US" sz="1100">
                <a:solidFill>
                  <a:schemeClr val="dk1"/>
                </a:solidFill>
              </a:rPr>
              <a:t>Jain, A., Kulkarni, G., &amp; Shah, V. (2018). Natural language processing. </a:t>
            </a:r>
            <a:r>
              <a:rPr lang="en-US" sz="1100" i="1">
                <a:solidFill>
                  <a:schemeClr val="dk1"/>
                </a:solidFill>
              </a:rPr>
              <a:t>International Journal of Computer Sciences and Engineering</a:t>
            </a:r>
            <a:r>
              <a:rPr lang="en-US" sz="1100">
                <a:solidFill>
                  <a:schemeClr val="dk1"/>
                </a:solidFill>
              </a:rPr>
              <a:t>, </a:t>
            </a:r>
            <a:r>
              <a:rPr lang="en-US" sz="1100" i="1">
                <a:solidFill>
                  <a:schemeClr val="dk1"/>
                </a:solidFill>
              </a:rPr>
              <a:t>6</a:t>
            </a:r>
            <a:r>
              <a:rPr lang="en-US" sz="1100">
                <a:solidFill>
                  <a:schemeClr val="dk1"/>
                </a:solidFill>
              </a:rPr>
              <a:t>(1), 161–167.</a:t>
            </a:r>
            <a:r>
              <a:rPr lang="en-US" sz="1100">
                <a:solidFill>
                  <a:schemeClr val="dk1"/>
                </a:solidFill>
                <a:uFill>
                  <a:noFill/>
                </a:uFill>
                <a:hlinkClick r:id="rId4">
                  <a:extLst>
                    <a:ext uri="{A12FA001-AC4F-418D-AE19-62706E023703}">
                      <ahyp:hlinkClr xmlns:ahyp="http://schemas.microsoft.com/office/drawing/2018/hyperlinkcolor" val="tx"/>
                    </a:ext>
                  </a:extLst>
                </a:hlinkClick>
              </a:rPr>
              <a:t> </a:t>
            </a:r>
            <a:r>
              <a:rPr lang="en-US" sz="1100" u="sng">
                <a:solidFill>
                  <a:schemeClr val="dk1"/>
                </a:solidFill>
                <a:hlinkClick r:id="rId4">
                  <a:extLst>
                    <a:ext uri="{A12FA001-AC4F-418D-AE19-62706E023703}">
                      <ahyp:hlinkClr xmlns:ahyp="http://schemas.microsoft.com/office/drawing/2018/hyperlinkcolor" val="tx"/>
                    </a:ext>
                  </a:extLst>
                </a:hlinkClick>
              </a:rPr>
              <a:t>https://doi.org/10.26438/ijcse/v6i1.161167</a:t>
            </a:r>
            <a:endParaRPr sz="1100" u="sng">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3.</a:t>
            </a:r>
            <a:r>
              <a:rPr lang="en-US" sz="700">
                <a:solidFill>
                  <a:schemeClr val="dk1"/>
                </a:solidFill>
                <a:latin typeface="Times New Roman"/>
                <a:ea typeface="Times New Roman"/>
                <a:cs typeface="Times New Roman"/>
                <a:sym typeface="Times New Roman"/>
              </a:rPr>
              <a:t>  	</a:t>
            </a:r>
            <a:r>
              <a:rPr lang="en-US" sz="1100">
                <a:solidFill>
                  <a:schemeClr val="dk1"/>
                </a:solidFill>
              </a:rPr>
              <a:t>Gangal, A., Shrivastava, A., Hussien, N. M., Singh, P., Diwakar, M., Joshi, K., Bisht, S., &amp; Joshi, N. C. (2023). Natural language processing: A review. </a:t>
            </a:r>
            <a:r>
              <a:rPr lang="en-US" sz="1100" i="1">
                <a:solidFill>
                  <a:schemeClr val="dk1"/>
                </a:solidFill>
              </a:rPr>
              <a:t>AIP Conference Proceedings</a:t>
            </a:r>
            <a:r>
              <a:rPr lang="en-US" sz="1100">
                <a:solidFill>
                  <a:schemeClr val="dk1"/>
                </a:solidFill>
              </a:rPr>
              <a:t>, </a:t>
            </a:r>
            <a:r>
              <a:rPr lang="en-US" sz="1100" i="1">
                <a:solidFill>
                  <a:schemeClr val="dk1"/>
                </a:solidFill>
              </a:rPr>
              <a:t>2849</a:t>
            </a:r>
            <a:r>
              <a:rPr lang="en-US" sz="1100">
                <a:solidFill>
                  <a:schemeClr val="dk1"/>
                </a:solidFill>
              </a:rPr>
              <a:t>, 020010. https://doi.org/10.1063/5.0153960</a:t>
            </a:r>
            <a:endParaRPr sz="11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4.</a:t>
            </a:r>
            <a:r>
              <a:rPr lang="en-US" sz="700">
                <a:solidFill>
                  <a:schemeClr val="dk1"/>
                </a:solidFill>
                <a:latin typeface="Times New Roman"/>
                <a:ea typeface="Times New Roman"/>
                <a:cs typeface="Times New Roman"/>
                <a:sym typeface="Times New Roman"/>
              </a:rPr>
              <a:t>  	</a:t>
            </a:r>
            <a:r>
              <a:rPr lang="en-US" sz="1100">
                <a:solidFill>
                  <a:schemeClr val="dk1"/>
                </a:solidFill>
              </a:rPr>
              <a:t>Stanford CS 224N | Natural Language Processing with Deep Learning. (n.d.).</a:t>
            </a:r>
            <a:r>
              <a:rPr lang="en-US" sz="1100">
                <a:solidFill>
                  <a:schemeClr val="dk1"/>
                </a:solidFill>
                <a:uFill>
                  <a:noFill/>
                </a:uFill>
                <a:hlinkClick r:id="rId5">
                  <a:extLst>
                    <a:ext uri="{A12FA001-AC4F-418D-AE19-62706E023703}">
                      <ahyp:hlinkClr xmlns:ahyp="http://schemas.microsoft.com/office/drawing/2018/hyperlinkcolor" val="tx"/>
                    </a:ext>
                  </a:extLst>
                </a:hlinkClick>
              </a:rPr>
              <a:t> </a:t>
            </a:r>
            <a:r>
              <a:rPr lang="en-US" sz="1100" u="sng">
                <a:solidFill>
                  <a:schemeClr val="dk1"/>
                </a:solidFill>
                <a:hlinkClick r:id="rId5">
                  <a:extLst>
                    <a:ext uri="{A12FA001-AC4F-418D-AE19-62706E023703}">
                      <ahyp:hlinkClr xmlns:ahyp="http://schemas.microsoft.com/office/drawing/2018/hyperlinkcolor" val="tx"/>
                    </a:ext>
                  </a:extLst>
                </a:hlinkClick>
              </a:rPr>
              <a:t>https://web.stanford.edu/class/archive/cs/cs224n/cs224n.1246/</a:t>
            </a:r>
            <a:endParaRPr sz="1100" u="sng">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5.</a:t>
            </a:r>
            <a:r>
              <a:rPr lang="en-US" sz="700">
                <a:solidFill>
                  <a:schemeClr val="dk1"/>
                </a:solidFill>
                <a:latin typeface="Times New Roman"/>
                <a:ea typeface="Times New Roman"/>
                <a:cs typeface="Times New Roman"/>
                <a:sym typeface="Times New Roman"/>
              </a:rPr>
              <a:t>  	</a:t>
            </a:r>
            <a:r>
              <a:rPr lang="en-US" sz="1100">
                <a:solidFill>
                  <a:schemeClr val="dk1"/>
                </a:solidFill>
              </a:rPr>
              <a:t>Pennington, J., Socher, R., Manning, C. D., &amp; Computer Science Department, Stanford University. (n.d.). GLOVE: Global Vectors for Word Representation. In </a:t>
            </a:r>
            <a:r>
              <a:rPr lang="en-US" sz="1100" i="1">
                <a:solidFill>
                  <a:schemeClr val="dk1"/>
                </a:solidFill>
              </a:rPr>
              <a:t>Computer Science Department, Stanford University</a:t>
            </a:r>
            <a:r>
              <a:rPr lang="en-US" sz="1100">
                <a:solidFill>
                  <a:schemeClr val="dk1"/>
                </a:solidFill>
              </a:rPr>
              <a:t>. https://nlp.stanford.edu/pubs/glove.pdf</a:t>
            </a:r>
            <a:endParaRPr sz="11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6.</a:t>
            </a:r>
            <a:r>
              <a:rPr lang="en-US" sz="700">
                <a:solidFill>
                  <a:schemeClr val="dk1"/>
                </a:solidFill>
                <a:latin typeface="Times New Roman"/>
                <a:ea typeface="Times New Roman"/>
                <a:cs typeface="Times New Roman"/>
                <a:sym typeface="Times New Roman"/>
              </a:rPr>
              <a:t>  	</a:t>
            </a:r>
            <a:r>
              <a:rPr lang="en-US" sz="1100">
                <a:solidFill>
                  <a:schemeClr val="dk1"/>
                </a:solidFill>
              </a:rPr>
              <a:t>Mikolov, T., Sutskever, I., Chen, K., Corrado, G., &amp; Dean, J. (2013). Distributed Representations of Words and Phrases and their Compositionality. </a:t>
            </a:r>
            <a:r>
              <a:rPr lang="en-US" sz="1100" i="1">
                <a:solidFill>
                  <a:schemeClr val="dk1"/>
                </a:solidFill>
              </a:rPr>
              <a:t>arXiv (Cornell University)</a:t>
            </a:r>
            <a:r>
              <a:rPr lang="en-US" sz="1100">
                <a:solidFill>
                  <a:schemeClr val="dk1"/>
                </a:solidFill>
              </a:rPr>
              <a:t>, </a:t>
            </a:r>
            <a:r>
              <a:rPr lang="en-US" sz="1100" i="1">
                <a:solidFill>
                  <a:schemeClr val="dk1"/>
                </a:solidFill>
              </a:rPr>
              <a:t>26</a:t>
            </a:r>
            <a:r>
              <a:rPr lang="en-US" sz="1100">
                <a:solidFill>
                  <a:schemeClr val="dk1"/>
                </a:solidFill>
              </a:rPr>
              <a:t>, 3111–3119.</a:t>
            </a:r>
            <a:r>
              <a:rPr lang="en-US" sz="1100">
                <a:solidFill>
                  <a:schemeClr val="dk1"/>
                </a:solidFill>
                <a:uFill>
                  <a:noFill/>
                </a:uFill>
                <a:hlinkClick r:id="rId6">
                  <a:extLst>
                    <a:ext uri="{A12FA001-AC4F-418D-AE19-62706E023703}">
                      <ahyp:hlinkClr xmlns:ahyp="http://schemas.microsoft.com/office/drawing/2018/hyperlinkcolor" val="tx"/>
                    </a:ext>
                  </a:extLst>
                </a:hlinkClick>
              </a:rPr>
              <a:t> </a:t>
            </a:r>
            <a:r>
              <a:rPr lang="en-US" sz="1100" u="sng">
                <a:solidFill>
                  <a:schemeClr val="dk1"/>
                </a:solidFill>
                <a:hlinkClick r:id="rId6">
                  <a:extLst>
                    <a:ext uri="{A12FA001-AC4F-418D-AE19-62706E023703}">
                      <ahyp:hlinkClr xmlns:ahyp="http://schemas.microsoft.com/office/drawing/2018/hyperlinkcolor" val="tx"/>
                    </a:ext>
                  </a:extLst>
                </a:hlinkClick>
              </a:rPr>
              <a:t>https://doi.org/10.48550/arxiv.1310.4546</a:t>
            </a:r>
            <a:endParaRPr sz="1100" u="sng">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7.</a:t>
            </a:r>
            <a:r>
              <a:rPr lang="en-US" sz="700">
                <a:solidFill>
                  <a:schemeClr val="dk1"/>
                </a:solidFill>
                <a:latin typeface="Times New Roman"/>
                <a:ea typeface="Times New Roman"/>
                <a:cs typeface="Times New Roman"/>
                <a:sym typeface="Times New Roman"/>
              </a:rPr>
              <a:t>  	</a:t>
            </a:r>
            <a:r>
              <a:rPr lang="en-US" sz="1100">
                <a:solidFill>
                  <a:schemeClr val="dk1"/>
                </a:solidFill>
              </a:rPr>
              <a:t>Wolf, T., Debut, L., Sanh, V., Chaumond, J., Delangue, C., Moi, A., Cistac, P., Rault, T., Louf, R., Funtowicz, M., Davison, J., Shleifer, S., Patrick, V. P., Ma, C., Jernite, Y., Plu, J., Xu, C., Scao, T. L., Gugger, S., . . . Rush, A. M. (2019). HuggingFace’s Transformers: State-of-the-art natural language processing. </a:t>
            </a:r>
            <a:r>
              <a:rPr lang="en-US" sz="1100" i="1">
                <a:solidFill>
                  <a:schemeClr val="dk1"/>
                </a:solidFill>
              </a:rPr>
              <a:t>arXiv (Cornell University)</a:t>
            </a:r>
            <a:r>
              <a:rPr lang="en-US" sz="1100">
                <a:solidFill>
                  <a:schemeClr val="dk1"/>
                </a:solidFill>
              </a:rPr>
              <a:t>.</a:t>
            </a:r>
            <a:r>
              <a:rPr lang="en-US" sz="1100">
                <a:solidFill>
                  <a:schemeClr val="dk1"/>
                </a:solidFill>
                <a:uFill>
                  <a:noFill/>
                </a:uFill>
                <a:hlinkClick r:id="rId7">
                  <a:extLst>
                    <a:ext uri="{A12FA001-AC4F-418D-AE19-62706E023703}">
                      <ahyp:hlinkClr xmlns:ahyp="http://schemas.microsoft.com/office/drawing/2018/hyperlinkcolor" val="tx"/>
                    </a:ext>
                  </a:extLst>
                </a:hlinkClick>
              </a:rPr>
              <a:t> </a:t>
            </a:r>
            <a:r>
              <a:rPr lang="en-US" sz="1100" u="sng">
                <a:solidFill>
                  <a:schemeClr val="dk1"/>
                </a:solidFill>
                <a:hlinkClick r:id="rId7">
                  <a:extLst>
                    <a:ext uri="{A12FA001-AC4F-418D-AE19-62706E023703}">
                      <ahyp:hlinkClr xmlns:ahyp="http://schemas.microsoft.com/office/drawing/2018/hyperlinkcolor" val="tx"/>
                    </a:ext>
                  </a:extLst>
                </a:hlinkClick>
              </a:rPr>
              <a:t>https://doi.org/10.48550/arxiv.1910.03771</a:t>
            </a:r>
            <a:endParaRPr sz="1100" u="sng">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8.</a:t>
            </a:r>
            <a:r>
              <a:rPr lang="en-US" sz="700">
                <a:solidFill>
                  <a:schemeClr val="dk1"/>
                </a:solidFill>
                <a:latin typeface="Times New Roman"/>
                <a:ea typeface="Times New Roman"/>
                <a:cs typeface="Times New Roman"/>
                <a:sym typeface="Times New Roman"/>
              </a:rPr>
              <a:t>  	</a:t>
            </a:r>
            <a:r>
              <a:rPr lang="en-US" sz="1100">
                <a:solidFill>
                  <a:schemeClr val="dk1"/>
                </a:solidFill>
              </a:rPr>
              <a:t>Chen, D., &amp; Manning, C. (2014). A Fast and Accurate Dependency Parser using Neural Networks. A Fast and Accurate Dependency Parser Using Neural Networks, 740–750.</a:t>
            </a:r>
            <a:r>
              <a:rPr lang="en-US" sz="1100">
                <a:solidFill>
                  <a:schemeClr val="dk1"/>
                </a:solidFill>
                <a:uFill>
                  <a:noFill/>
                </a:uFill>
                <a:hlinkClick r:id="rId8">
                  <a:extLst>
                    <a:ext uri="{A12FA001-AC4F-418D-AE19-62706E023703}">
                      <ahyp:hlinkClr xmlns:ahyp="http://schemas.microsoft.com/office/drawing/2018/hyperlinkcolor" val="tx"/>
                    </a:ext>
                  </a:extLst>
                </a:hlinkClick>
              </a:rPr>
              <a:t> </a:t>
            </a:r>
            <a:r>
              <a:rPr lang="en-US" sz="1100" u="sng">
                <a:solidFill>
                  <a:schemeClr val="dk1"/>
                </a:solidFill>
                <a:hlinkClick r:id="rId8">
                  <a:extLst>
                    <a:ext uri="{A12FA001-AC4F-418D-AE19-62706E023703}">
                      <ahyp:hlinkClr xmlns:ahyp="http://schemas.microsoft.com/office/drawing/2018/hyperlinkcolor" val="tx"/>
                    </a:ext>
                  </a:extLst>
                </a:hlinkClick>
              </a:rPr>
              <a:t>https://doi.org/10.3115/v1/d14-1082</a:t>
            </a:r>
            <a:endParaRPr sz="1100" u="sng">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9.</a:t>
            </a:r>
            <a:r>
              <a:rPr lang="en-US" sz="700">
                <a:solidFill>
                  <a:schemeClr val="dk1"/>
                </a:solidFill>
                <a:latin typeface="Times New Roman"/>
                <a:ea typeface="Times New Roman"/>
                <a:cs typeface="Times New Roman"/>
                <a:sym typeface="Times New Roman"/>
              </a:rPr>
              <a:t>  	</a:t>
            </a:r>
            <a:r>
              <a:rPr lang="en-US" sz="1100">
                <a:solidFill>
                  <a:schemeClr val="dk1"/>
                </a:solidFill>
              </a:rPr>
              <a:t>Miller, G. A. (1995). WordNet. Communications of the ACM, 38(11), 39–41.</a:t>
            </a:r>
            <a:r>
              <a:rPr lang="en-US" sz="1100">
                <a:solidFill>
                  <a:schemeClr val="dk1"/>
                </a:solidFill>
                <a:uFill>
                  <a:noFill/>
                </a:uFill>
                <a:hlinkClick r:id="rId9">
                  <a:extLst>
                    <a:ext uri="{A12FA001-AC4F-418D-AE19-62706E023703}">
                      <ahyp:hlinkClr xmlns:ahyp="http://schemas.microsoft.com/office/drawing/2018/hyperlinkcolor" val="tx"/>
                    </a:ext>
                  </a:extLst>
                </a:hlinkClick>
              </a:rPr>
              <a:t> </a:t>
            </a:r>
            <a:r>
              <a:rPr lang="en-US" sz="1100" u="sng">
                <a:solidFill>
                  <a:schemeClr val="dk1"/>
                </a:solidFill>
                <a:hlinkClick r:id="rId9">
                  <a:extLst>
                    <a:ext uri="{A12FA001-AC4F-418D-AE19-62706E023703}">
                      <ahyp:hlinkClr xmlns:ahyp="http://schemas.microsoft.com/office/drawing/2018/hyperlinkcolor" val="tx"/>
                    </a:ext>
                  </a:extLst>
                </a:hlinkClick>
              </a:rPr>
              <a:t>https://doi.org/10.1145/219717.219748</a:t>
            </a:r>
            <a:endParaRPr sz="1100" u="sng">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10.</a:t>
            </a:r>
            <a:r>
              <a:rPr lang="en-US" sz="700">
                <a:solidFill>
                  <a:schemeClr val="dk1"/>
                </a:solidFill>
                <a:latin typeface="Times New Roman"/>
                <a:ea typeface="Times New Roman"/>
                <a:cs typeface="Times New Roman"/>
                <a:sym typeface="Times New Roman"/>
              </a:rPr>
              <a:t> </a:t>
            </a:r>
            <a:r>
              <a:rPr lang="en-US" sz="1100">
                <a:solidFill>
                  <a:schemeClr val="dk1"/>
                </a:solidFill>
              </a:rPr>
              <a:t>Rong, X. (2014). word2vec Parameter Learning Explained. arXiv (Cornell University).</a:t>
            </a:r>
            <a:r>
              <a:rPr lang="en-US" sz="1100">
                <a:solidFill>
                  <a:schemeClr val="dk1"/>
                </a:solidFill>
                <a:uFill>
                  <a:noFill/>
                </a:uFill>
                <a:hlinkClick r:id="rId10">
                  <a:extLst>
                    <a:ext uri="{A12FA001-AC4F-418D-AE19-62706E023703}">
                      <ahyp:hlinkClr xmlns:ahyp="http://schemas.microsoft.com/office/drawing/2018/hyperlinkcolor" val="tx"/>
                    </a:ext>
                  </a:extLst>
                </a:hlinkClick>
              </a:rPr>
              <a:t> </a:t>
            </a:r>
            <a:r>
              <a:rPr lang="en-US" sz="1100" u="sng">
                <a:solidFill>
                  <a:schemeClr val="dk1"/>
                </a:solidFill>
                <a:hlinkClick r:id="rId10">
                  <a:extLst>
                    <a:ext uri="{A12FA001-AC4F-418D-AE19-62706E023703}">
                      <ahyp:hlinkClr xmlns:ahyp="http://schemas.microsoft.com/office/drawing/2018/hyperlinkcolor" val="tx"/>
                    </a:ext>
                  </a:extLst>
                </a:hlinkClick>
              </a:rPr>
              <a:t>https://doi.org/10.48550/arxiv.1411.2738</a:t>
            </a:r>
            <a:endParaRPr sz="1100" u="sng">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11.</a:t>
            </a:r>
            <a:r>
              <a:rPr lang="en-US" sz="700">
                <a:solidFill>
                  <a:schemeClr val="dk1"/>
                </a:solidFill>
                <a:latin typeface="Times New Roman"/>
                <a:ea typeface="Times New Roman"/>
                <a:cs typeface="Times New Roman"/>
                <a:sym typeface="Times New Roman"/>
              </a:rPr>
              <a:t> </a:t>
            </a:r>
            <a:r>
              <a:rPr lang="en-US" sz="1100">
                <a:solidFill>
                  <a:schemeClr val="dk1"/>
                </a:solidFill>
              </a:rPr>
              <a:t>Joulin, A., Grave, E., &amp; Chiu, J. (2019, January 14). Building an efficient neural language model over a billion words. Engineering at Meta.</a:t>
            </a:r>
            <a:r>
              <a:rPr lang="en-US" sz="1100">
                <a:solidFill>
                  <a:schemeClr val="dk1"/>
                </a:solidFill>
                <a:uFill>
                  <a:noFill/>
                </a:uFill>
                <a:hlinkClick r:id="rId11">
                  <a:extLst>
                    <a:ext uri="{A12FA001-AC4F-418D-AE19-62706E023703}">
                      <ahyp:hlinkClr xmlns:ahyp="http://schemas.microsoft.com/office/drawing/2018/hyperlinkcolor" val="tx"/>
                    </a:ext>
                  </a:extLst>
                </a:hlinkClick>
              </a:rPr>
              <a:t> </a:t>
            </a:r>
            <a:r>
              <a:rPr lang="en-US" sz="1100" u="sng">
                <a:solidFill>
                  <a:schemeClr val="dk1"/>
                </a:solidFill>
                <a:hlinkClick r:id="rId11">
                  <a:extLst>
                    <a:ext uri="{A12FA001-AC4F-418D-AE19-62706E023703}">
                      <ahyp:hlinkClr xmlns:ahyp="http://schemas.microsoft.com/office/drawing/2018/hyperlinkcolor" val="tx"/>
                    </a:ext>
                  </a:extLst>
                </a:hlinkClick>
              </a:rPr>
              <a:t>https://engineering.fb.com/2016/10/25/ml-applications/building-an-efficient-neural-language-model-over-a-billion-words/</a:t>
            </a:r>
            <a:endParaRPr sz="1100" u="sng">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1100">
                <a:solidFill>
                  <a:schemeClr val="dk1"/>
                </a:solidFill>
              </a:rPr>
              <a:t>12.</a:t>
            </a:r>
            <a:r>
              <a:rPr lang="en-US" sz="700">
                <a:solidFill>
                  <a:schemeClr val="dk1"/>
                </a:solidFill>
                <a:latin typeface="Times New Roman"/>
                <a:ea typeface="Times New Roman"/>
                <a:cs typeface="Times New Roman"/>
                <a:sym typeface="Times New Roman"/>
              </a:rPr>
              <a:t> </a:t>
            </a:r>
            <a:r>
              <a:rPr lang="en-US" sz="1100">
                <a:solidFill>
                  <a:schemeClr val="dk1"/>
                </a:solidFill>
              </a:rPr>
              <a:t>Liang, Y., University of Wisconsin-Madison, Dan Jurafsky, Dan Klein, Chris Manning, &amp; Vaswani et al. (2021). CS 540 Introduction to Artificial Intelligence (By Fred Sala).</a:t>
            </a:r>
            <a:r>
              <a:rPr lang="en-US" sz="1100">
                <a:solidFill>
                  <a:schemeClr val="dk1"/>
                </a:solidFill>
                <a:uFill>
                  <a:noFill/>
                </a:uFill>
                <a:hlinkClick r:id="rId12">
                  <a:extLst>
                    <a:ext uri="{A12FA001-AC4F-418D-AE19-62706E023703}">
                      <ahyp:hlinkClr xmlns:ahyp="http://schemas.microsoft.com/office/drawing/2018/hyperlinkcolor" val="tx"/>
                    </a:ext>
                  </a:extLst>
                </a:hlinkClick>
              </a:rPr>
              <a:t> </a:t>
            </a:r>
            <a:r>
              <a:rPr lang="en-US" sz="1100" u="sng">
                <a:solidFill>
                  <a:schemeClr val="dk1"/>
                </a:solidFill>
                <a:hlinkClick r:id="rId12">
                  <a:extLst>
                    <a:ext uri="{A12FA001-AC4F-418D-AE19-62706E023703}">
                      <ahyp:hlinkClr xmlns:ahyp="http://schemas.microsoft.com/office/drawing/2018/hyperlinkcolor" val="tx"/>
                    </a:ext>
                  </a:extLst>
                </a:hlinkClick>
              </a:rPr>
              <a:t>https://pages.cs.wisc.edu/~yliang/cs540_1_fall21/documents/CS540-NLP.pdf</a:t>
            </a:r>
            <a:endParaRPr sz="1100" u="sng">
              <a:solidFill>
                <a:schemeClr val="dk1"/>
              </a:solidFill>
            </a:endParaRPr>
          </a:p>
          <a:p>
            <a:pPr marL="0" lvl="0" indent="0" algn="just" rtl="0">
              <a:lnSpc>
                <a:spcPct val="115000"/>
              </a:lnSpc>
              <a:spcBef>
                <a:spcPts val="1200"/>
              </a:spcBef>
              <a:spcAft>
                <a:spcPts val="1200"/>
              </a:spcAft>
              <a:buClr>
                <a:schemeClr val="dk1"/>
              </a:buClr>
              <a:buSzPts val="1100"/>
              <a:buFont typeface="Arial"/>
              <a:buNone/>
            </a:pPr>
            <a:endParaRPr sz="1100">
              <a:solidFill>
                <a:schemeClr val="dk1"/>
              </a:solidFill>
            </a:endParaRPr>
          </a:p>
        </p:txBody>
      </p:sp>
      <p:sp>
        <p:nvSpPr>
          <p:cNvPr id="105" name="Google Shape;105;p1"/>
          <p:cNvSpPr txBox="1"/>
          <p:nvPr/>
        </p:nvSpPr>
        <p:spPr>
          <a:xfrm>
            <a:off x="335350" y="6041525"/>
            <a:ext cx="14311800" cy="32349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Natural Language Processing(NLP) is a field that studies the development of automatic systems that allow machines to understand and generate human languages. NLP has applications in different fields such as information extraction, question answering systems, machine translation, automatic summarization and spam detection . In this poster, an overview of NLP is presented by focusing on the skip-gram model. Besides, this study introduces other related concepts, including Co-occurrence matrix, Global vectors for word representation (Glove),a greedy transition based neural dependency parser ,n gram language model  and attention-based architectures in brief.</a:t>
            </a:r>
            <a:endParaRPr sz="24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p:txBody>
      </p:sp>
      <p:sp>
        <p:nvSpPr>
          <p:cNvPr id="106" name="Google Shape;106;p1"/>
          <p:cNvSpPr txBox="1"/>
          <p:nvPr/>
        </p:nvSpPr>
        <p:spPr>
          <a:xfrm>
            <a:off x="29292650" y="17777984"/>
            <a:ext cx="13974900" cy="1066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Times New Roman"/>
              <a:ea typeface="Times New Roman"/>
              <a:cs typeface="Times New Roman"/>
              <a:sym typeface="Times New Roman"/>
            </a:endParaRPr>
          </a:p>
        </p:txBody>
      </p:sp>
      <p:cxnSp>
        <p:nvCxnSpPr>
          <p:cNvPr id="107" name="Google Shape;107;p1"/>
          <p:cNvCxnSpPr/>
          <p:nvPr/>
        </p:nvCxnSpPr>
        <p:spPr>
          <a:xfrm>
            <a:off x="14162225" y="32976925"/>
            <a:ext cx="16064100" cy="0"/>
          </a:xfrm>
          <a:prstGeom prst="straightConnector1">
            <a:avLst/>
          </a:prstGeom>
          <a:noFill/>
          <a:ln w="9525" cap="flat" cmpd="sng">
            <a:solidFill>
              <a:schemeClr val="dk2"/>
            </a:solidFill>
            <a:prstDash val="solid"/>
            <a:round/>
            <a:headEnd type="none" w="sm" len="sm"/>
            <a:tailEnd type="none" w="sm" len="sm"/>
          </a:ln>
        </p:spPr>
      </p:cxnSp>
      <p:sp>
        <p:nvSpPr>
          <p:cNvPr id="108" name="Google Shape;108;p1"/>
          <p:cNvSpPr txBox="1"/>
          <p:nvPr/>
        </p:nvSpPr>
        <p:spPr>
          <a:xfrm>
            <a:off x="741850" y="19092875"/>
            <a:ext cx="13636200" cy="136902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1200"/>
              </a:spcAft>
              <a:buClr>
                <a:srgbClr val="000000"/>
              </a:buClr>
              <a:buSzPts val="2300"/>
              <a:buFont typeface="Arial"/>
              <a:buNone/>
            </a:pPr>
            <a:endParaRPr sz="2300" b="0" i="0" u="none" strike="noStrike" cap="none">
              <a:solidFill>
                <a:schemeClr val="dk1"/>
              </a:solidFill>
              <a:latin typeface="Times New Roman"/>
              <a:ea typeface="Times New Roman"/>
              <a:cs typeface="Times New Roman"/>
              <a:sym typeface="Times New Roman"/>
            </a:endParaRPr>
          </a:p>
        </p:txBody>
      </p:sp>
      <p:sp>
        <p:nvSpPr>
          <p:cNvPr id="109" name="Google Shape;109;p1"/>
          <p:cNvSpPr txBox="1"/>
          <p:nvPr/>
        </p:nvSpPr>
        <p:spPr>
          <a:xfrm>
            <a:off x="179475" y="16703456"/>
            <a:ext cx="14248200" cy="15711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Natural language processing has developed over several decades. The basic idea of natural language processing came from a statement of Firth (1957), “You shall know a word by the company it keeps”. In the earliest approaches, words are represented as one-hot vectors. In one-hot vectors, only one element is 1, and all other elements are zero. In this approach main problem was no way to represent similarity between words. In the next stage, co-occurrence matrices were introduced. In co-occurrence matrices each word is represented by the frequency of surrounding words. Moreover, it involves with defining a vocabulary, choosing a series of documents, and counting the co-occurrence and normalizing the matrix by getting the row sum. A window is used for limiting distribution, and afterward, the log token frequency method is introduced to avoid emphasizing common words like “the”. Although this approach considers the context of the text for capturing semantic similarity between words, there were some problems associated with this method, including high dimensionality. For addressing the issue of high dimensionality, a singular value decomposition-based method called Latent Semantic Analysis can be used.  In 2013, Word2vec method was introduced for overcoming these difficulties. In Word2vec approach, the main idea is that words that are used in a similar context can have similar meanings. Furthermore, word2vec contains two main models, including Skip gram model and Continuous Bag of Words (CBOW) model. In the Continuous Bag of Words model, predicting the center word based on surrounding words within a window is used. Conversely, in Skip-gram model, predicting surrounding words within a window is used when the center word is given. In other words, this algorithm learns word vectors and maps word vectors into space by preserving semantic similarity and meaningful relationships. Moreover, it uses a probabilistic softmax model to make predictions. In addition to softmax (Naïve softmax), hierarchical softmax and negative sampling can be used for training and optimization. Negative sampling trains the model using binary logistic regression to separate real word pairs from random ones.</a:t>
            </a:r>
            <a:endParaRPr sz="23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Global vectors for word representation (Glove) is another method, which is used in Natural Language Processing. Glove uses global statistics to learn word representations by predicting the likelihood of a particular word appearing in the context of another word based on a least squares objective. Basically, this method focuses only on non-zero elements of the word-word co-occurrence matrix to avoid unnecessary computations. Moreover, Glove model is based on the idea of log bilinear model. In it, word relations can be captured via getting the vector difference in embedded space.Parser trees are used for analyzing the syntactic structure of sentences. Basically, there are two types: constituency structures and dependency structures. Dependency structures in which words depend on other words. A greedy transition-based neural dependency parser is a type of dependency parser that has better performance and better efficiency than traditional models. It consists of an input layer, a hidden layer with ReLu function, and a softmax layer with a cross-entropy loss function. The cross-entropy function measures the difference between true probability and predicted probability.</a:t>
            </a:r>
            <a:endParaRPr sz="23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Language models are systems that can predict what word will come next. In other words, when a sequence of words is given, the language model can compute the probability distribution of the next word. n-gram language model is one type of language model. In it, the main idea is gathering statistics about the frequency of different n-grams and predicting the next word based on it.  Fixed-window Neural language models is another type of language model. Furthermore, Recurrent neural networks (RNNs), long short-term memory RNNs (LSTMs), and Transformers are methods that are used to create language models. In today's world, transformers based on attention have become more dominant in all natural language processing tasks.</a:t>
            </a:r>
            <a:endParaRPr sz="23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1200"/>
              </a:spcAft>
              <a:buClr>
                <a:schemeClr val="dk1"/>
              </a:buClr>
              <a:buSzPts val="1100"/>
              <a:buFont typeface="Arial"/>
              <a:buNone/>
            </a:pPr>
            <a:endParaRPr sz="2300">
              <a:solidFill>
                <a:schemeClr val="dk1"/>
              </a:solidFill>
              <a:latin typeface="Times New Roman"/>
              <a:ea typeface="Times New Roman"/>
              <a:cs typeface="Times New Roman"/>
              <a:sym typeface="Times New Roman"/>
            </a:endParaRPr>
          </a:p>
        </p:txBody>
      </p:sp>
      <p:sp>
        <p:nvSpPr>
          <p:cNvPr id="110" name="Google Shape;110;p1"/>
          <p:cNvSpPr txBox="1"/>
          <p:nvPr/>
        </p:nvSpPr>
        <p:spPr>
          <a:xfrm>
            <a:off x="15277513" y="6341200"/>
            <a:ext cx="13258500" cy="11409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0"/>
              </a:spcAft>
              <a:buClr>
                <a:srgbClr val="000000"/>
              </a:buClr>
              <a:buSzPts val="2300"/>
              <a:buFont typeface="Arial"/>
              <a:buNone/>
            </a:pPr>
            <a:r>
              <a:rPr lang="en-US" sz="2300">
                <a:solidFill>
                  <a:schemeClr val="dk1"/>
                </a:solidFill>
                <a:latin typeface="Times New Roman"/>
                <a:ea typeface="Times New Roman"/>
                <a:cs typeface="Times New Roman"/>
                <a:sym typeface="Times New Roman"/>
              </a:rPr>
              <a:t>Skip-gram model</a:t>
            </a: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120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p:txBody>
      </p:sp>
      <p:sp>
        <p:nvSpPr>
          <p:cNvPr id="111" name="Google Shape;111;p1"/>
          <p:cNvSpPr txBox="1"/>
          <p:nvPr/>
        </p:nvSpPr>
        <p:spPr>
          <a:xfrm>
            <a:off x="15085450" y="19517600"/>
            <a:ext cx="13636200" cy="136902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1200"/>
              </a:spcAft>
              <a:buClr>
                <a:srgbClr val="000000"/>
              </a:buClr>
              <a:buSzPts val="2300"/>
              <a:buFont typeface="Arial"/>
              <a:buNone/>
            </a:pPr>
            <a:endParaRPr sz="2300" b="0" i="0" u="none" strike="noStrike" cap="none">
              <a:solidFill>
                <a:schemeClr val="dk1"/>
              </a:solidFill>
              <a:latin typeface="Times New Roman"/>
              <a:ea typeface="Times New Roman"/>
              <a:cs typeface="Times New Roman"/>
              <a:sym typeface="Times New Roman"/>
            </a:endParaRPr>
          </a:p>
        </p:txBody>
      </p:sp>
      <p:pic>
        <p:nvPicPr>
          <p:cNvPr id="112" name="Google Shape;112;p1"/>
          <p:cNvPicPr preferRelativeResize="0"/>
          <p:nvPr/>
        </p:nvPicPr>
        <p:blipFill>
          <a:blip r:embed="rId13">
            <a:alphaModFix/>
          </a:blip>
          <a:stretch>
            <a:fillRect/>
          </a:stretch>
        </p:blipFill>
        <p:spPr>
          <a:xfrm>
            <a:off x="15568600" y="7189223"/>
            <a:ext cx="1495425" cy="485775"/>
          </a:xfrm>
          <a:prstGeom prst="rect">
            <a:avLst/>
          </a:prstGeom>
          <a:noFill/>
          <a:ln>
            <a:noFill/>
          </a:ln>
        </p:spPr>
      </p:pic>
      <p:pic>
        <p:nvPicPr>
          <p:cNvPr id="113" name="Google Shape;113;p1"/>
          <p:cNvPicPr preferRelativeResize="0"/>
          <p:nvPr/>
        </p:nvPicPr>
        <p:blipFill>
          <a:blip r:embed="rId14">
            <a:alphaModFix/>
          </a:blip>
          <a:stretch>
            <a:fillRect/>
          </a:stretch>
        </p:blipFill>
        <p:spPr>
          <a:xfrm>
            <a:off x="20467775" y="7592150"/>
            <a:ext cx="4162425" cy="209550"/>
          </a:xfrm>
          <a:prstGeom prst="rect">
            <a:avLst/>
          </a:prstGeom>
          <a:noFill/>
          <a:ln>
            <a:noFill/>
          </a:ln>
        </p:spPr>
      </p:pic>
      <p:pic>
        <p:nvPicPr>
          <p:cNvPr id="114" name="Google Shape;114;p1"/>
          <p:cNvPicPr preferRelativeResize="0"/>
          <p:nvPr/>
        </p:nvPicPr>
        <p:blipFill>
          <a:blip r:embed="rId15">
            <a:alphaModFix/>
          </a:blip>
          <a:stretch>
            <a:fillRect/>
          </a:stretch>
        </p:blipFill>
        <p:spPr>
          <a:xfrm>
            <a:off x="19267800" y="9066888"/>
            <a:ext cx="809625" cy="209550"/>
          </a:xfrm>
          <a:prstGeom prst="rect">
            <a:avLst/>
          </a:prstGeom>
          <a:noFill/>
          <a:ln>
            <a:noFill/>
          </a:ln>
        </p:spPr>
      </p:pic>
      <p:pic>
        <p:nvPicPr>
          <p:cNvPr id="115" name="Google Shape;115;p1"/>
          <p:cNvPicPr preferRelativeResize="0"/>
          <p:nvPr/>
        </p:nvPicPr>
        <p:blipFill>
          <a:blip r:embed="rId16">
            <a:alphaModFix/>
          </a:blip>
          <a:stretch>
            <a:fillRect/>
          </a:stretch>
        </p:blipFill>
        <p:spPr>
          <a:xfrm>
            <a:off x="15423950" y="8828763"/>
            <a:ext cx="3067050" cy="685800"/>
          </a:xfrm>
          <a:prstGeom prst="rect">
            <a:avLst/>
          </a:prstGeom>
          <a:noFill/>
          <a:ln>
            <a:noFill/>
          </a:ln>
        </p:spPr>
      </p:pic>
      <p:pic>
        <p:nvPicPr>
          <p:cNvPr id="116" name="Google Shape;116;p1"/>
          <p:cNvPicPr preferRelativeResize="0"/>
          <p:nvPr/>
        </p:nvPicPr>
        <p:blipFill>
          <a:blip r:embed="rId17">
            <a:alphaModFix/>
          </a:blip>
          <a:stretch>
            <a:fillRect/>
          </a:stretch>
        </p:blipFill>
        <p:spPr>
          <a:xfrm>
            <a:off x="15373826" y="10008750"/>
            <a:ext cx="5048250" cy="685800"/>
          </a:xfrm>
          <a:prstGeom prst="rect">
            <a:avLst/>
          </a:prstGeom>
          <a:noFill/>
          <a:ln>
            <a:noFill/>
          </a:ln>
        </p:spPr>
      </p:pic>
      <p:sp>
        <p:nvSpPr>
          <p:cNvPr id="117" name="Google Shape;117;p1"/>
          <p:cNvSpPr txBox="1"/>
          <p:nvPr/>
        </p:nvSpPr>
        <p:spPr>
          <a:xfrm>
            <a:off x="20388500" y="7801700"/>
            <a:ext cx="7620000" cy="28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The probability will become larger when the dot product increases.</a:t>
            </a:r>
            <a:endParaRPr sz="13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1300">
              <a:solidFill>
                <a:schemeClr val="dk1"/>
              </a:solidFill>
              <a:latin typeface="Times New Roman"/>
              <a:ea typeface="Times New Roman"/>
              <a:cs typeface="Times New Roman"/>
              <a:sym typeface="Times New Roman"/>
            </a:endParaRPr>
          </a:p>
        </p:txBody>
      </p:sp>
      <p:sp>
        <p:nvSpPr>
          <p:cNvPr id="118" name="Google Shape;118;p1"/>
          <p:cNvSpPr txBox="1"/>
          <p:nvPr/>
        </p:nvSpPr>
        <p:spPr>
          <a:xfrm>
            <a:off x="20679150" y="8897253"/>
            <a:ext cx="4878000" cy="37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position in the corpus</a:t>
            </a:r>
            <a:endParaRPr sz="1300">
              <a:solidFill>
                <a:schemeClr val="dk1"/>
              </a:solidFill>
              <a:latin typeface="Times New Roman"/>
              <a:ea typeface="Times New Roman"/>
              <a:cs typeface="Times New Roman"/>
              <a:sym typeface="Times New Roman"/>
            </a:endParaRPr>
          </a:p>
        </p:txBody>
      </p:sp>
      <p:sp>
        <p:nvSpPr>
          <p:cNvPr id="119" name="Google Shape;119;p1"/>
          <p:cNvSpPr txBox="1"/>
          <p:nvPr/>
        </p:nvSpPr>
        <p:spPr>
          <a:xfrm>
            <a:off x="15277525" y="9536825"/>
            <a:ext cx="12454200" cy="37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Converting it to a summation, changing the sign to achieve minimization, Minimizing the objective function allows for maximizing predictive accuracy</a:t>
            </a: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chemeClr val="dk1"/>
              </a:solidFill>
              <a:latin typeface="Times New Roman"/>
              <a:ea typeface="Times New Roman"/>
              <a:cs typeface="Times New Roman"/>
              <a:sym typeface="Times New Roman"/>
            </a:endParaRPr>
          </a:p>
        </p:txBody>
      </p:sp>
      <p:pic>
        <p:nvPicPr>
          <p:cNvPr id="120" name="Google Shape;120;p1"/>
          <p:cNvPicPr preferRelativeResize="0"/>
          <p:nvPr/>
        </p:nvPicPr>
        <p:blipFill>
          <a:blip r:embed="rId18">
            <a:alphaModFix/>
          </a:blip>
          <a:stretch>
            <a:fillRect/>
          </a:stretch>
        </p:blipFill>
        <p:spPr>
          <a:xfrm>
            <a:off x="17898975" y="7186638"/>
            <a:ext cx="2019300" cy="209550"/>
          </a:xfrm>
          <a:prstGeom prst="rect">
            <a:avLst/>
          </a:prstGeom>
          <a:noFill/>
          <a:ln>
            <a:noFill/>
          </a:ln>
        </p:spPr>
      </p:pic>
      <p:pic>
        <p:nvPicPr>
          <p:cNvPr id="121" name="Google Shape;121;p1"/>
          <p:cNvPicPr preferRelativeResize="0"/>
          <p:nvPr/>
        </p:nvPicPr>
        <p:blipFill>
          <a:blip r:embed="rId19">
            <a:alphaModFix/>
          </a:blip>
          <a:stretch>
            <a:fillRect/>
          </a:stretch>
        </p:blipFill>
        <p:spPr>
          <a:xfrm>
            <a:off x="17856100" y="7465463"/>
            <a:ext cx="2105025" cy="209550"/>
          </a:xfrm>
          <a:prstGeom prst="rect">
            <a:avLst/>
          </a:prstGeom>
          <a:noFill/>
          <a:ln>
            <a:noFill/>
          </a:ln>
        </p:spPr>
      </p:pic>
      <p:sp>
        <p:nvSpPr>
          <p:cNvPr id="122" name="Google Shape;122;p1"/>
          <p:cNvSpPr txBox="1"/>
          <p:nvPr/>
        </p:nvSpPr>
        <p:spPr>
          <a:xfrm>
            <a:off x="457200" y="457200"/>
            <a:ext cx="3000000" cy="3000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a:t>                                                                                      </a:t>
            </a:r>
            <a:endParaRPr/>
          </a:p>
        </p:txBody>
      </p:sp>
      <p:pic>
        <p:nvPicPr>
          <p:cNvPr id="123" name="Google Shape;123;p1"/>
          <p:cNvPicPr preferRelativeResize="0"/>
          <p:nvPr/>
        </p:nvPicPr>
        <p:blipFill>
          <a:blip r:embed="rId20">
            <a:alphaModFix/>
          </a:blip>
          <a:stretch>
            <a:fillRect/>
          </a:stretch>
        </p:blipFill>
        <p:spPr>
          <a:xfrm>
            <a:off x="20460475" y="7255925"/>
            <a:ext cx="5419725" cy="209550"/>
          </a:xfrm>
          <a:prstGeom prst="rect">
            <a:avLst/>
          </a:prstGeom>
          <a:noFill/>
          <a:ln>
            <a:noFill/>
          </a:ln>
        </p:spPr>
      </p:pic>
      <p:pic>
        <p:nvPicPr>
          <p:cNvPr id="124" name="Google Shape;124;p1"/>
          <p:cNvPicPr preferRelativeResize="0"/>
          <p:nvPr/>
        </p:nvPicPr>
        <p:blipFill>
          <a:blip r:embed="rId21">
            <a:alphaModFix/>
          </a:blip>
          <a:stretch>
            <a:fillRect/>
          </a:stretch>
        </p:blipFill>
        <p:spPr>
          <a:xfrm>
            <a:off x="17856100" y="7833163"/>
            <a:ext cx="2409825" cy="219075"/>
          </a:xfrm>
          <a:prstGeom prst="rect">
            <a:avLst/>
          </a:prstGeom>
          <a:noFill/>
          <a:ln>
            <a:noFill/>
          </a:ln>
        </p:spPr>
      </p:pic>
      <p:pic>
        <p:nvPicPr>
          <p:cNvPr id="125" name="Google Shape;125;p1"/>
          <p:cNvPicPr preferRelativeResize="0"/>
          <p:nvPr/>
        </p:nvPicPr>
        <p:blipFill>
          <a:blip r:embed="rId22">
            <a:alphaModFix/>
          </a:blip>
          <a:stretch>
            <a:fillRect/>
          </a:stretch>
        </p:blipFill>
        <p:spPr>
          <a:xfrm>
            <a:off x="15475688" y="8282650"/>
            <a:ext cx="1000125" cy="523875"/>
          </a:xfrm>
          <a:prstGeom prst="rect">
            <a:avLst/>
          </a:prstGeom>
          <a:noFill/>
          <a:ln>
            <a:noFill/>
          </a:ln>
        </p:spPr>
      </p:pic>
      <p:pic>
        <p:nvPicPr>
          <p:cNvPr id="126" name="Google Shape;126;p1"/>
          <p:cNvPicPr preferRelativeResize="0"/>
          <p:nvPr/>
        </p:nvPicPr>
        <p:blipFill>
          <a:blip r:embed="rId23">
            <a:alphaModFix/>
          </a:blip>
          <a:stretch>
            <a:fillRect/>
          </a:stretch>
        </p:blipFill>
        <p:spPr>
          <a:xfrm>
            <a:off x="15526991" y="6945913"/>
            <a:ext cx="1819275" cy="219075"/>
          </a:xfrm>
          <a:prstGeom prst="rect">
            <a:avLst/>
          </a:prstGeom>
          <a:noFill/>
          <a:ln>
            <a:noFill/>
          </a:ln>
        </p:spPr>
      </p:pic>
      <p:pic>
        <p:nvPicPr>
          <p:cNvPr id="127" name="Google Shape;127;p1"/>
          <p:cNvPicPr preferRelativeResize="0"/>
          <p:nvPr/>
        </p:nvPicPr>
        <p:blipFill>
          <a:blip r:embed="rId24">
            <a:alphaModFix/>
          </a:blip>
          <a:stretch>
            <a:fillRect/>
          </a:stretch>
        </p:blipFill>
        <p:spPr>
          <a:xfrm>
            <a:off x="21798938" y="10708225"/>
            <a:ext cx="2638425" cy="1781175"/>
          </a:xfrm>
          <a:prstGeom prst="rect">
            <a:avLst/>
          </a:prstGeom>
          <a:noFill/>
          <a:ln>
            <a:noFill/>
          </a:ln>
        </p:spPr>
      </p:pic>
      <p:sp>
        <p:nvSpPr>
          <p:cNvPr id="128" name="Google Shape;128;p1"/>
          <p:cNvSpPr txBox="1"/>
          <p:nvPr/>
        </p:nvSpPr>
        <p:spPr>
          <a:xfrm>
            <a:off x="15430638" y="10787277"/>
            <a:ext cx="2332200" cy="48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Taking partial derivatives,</a:t>
            </a:r>
            <a:endParaRPr>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chemeClr val="dk1"/>
              </a:solidFill>
              <a:latin typeface="Times New Roman"/>
              <a:ea typeface="Times New Roman"/>
              <a:cs typeface="Times New Roman"/>
              <a:sym typeface="Times New Roman"/>
            </a:endParaRPr>
          </a:p>
        </p:txBody>
      </p:sp>
      <p:pic>
        <p:nvPicPr>
          <p:cNvPr id="129" name="Google Shape;129;p1"/>
          <p:cNvPicPr preferRelativeResize="0"/>
          <p:nvPr/>
        </p:nvPicPr>
        <p:blipFill>
          <a:blip r:embed="rId25">
            <a:alphaModFix/>
          </a:blip>
          <a:stretch>
            <a:fillRect/>
          </a:stretch>
        </p:blipFill>
        <p:spPr>
          <a:xfrm>
            <a:off x="15430650" y="11431088"/>
            <a:ext cx="4305300" cy="647700"/>
          </a:xfrm>
          <a:prstGeom prst="rect">
            <a:avLst/>
          </a:prstGeom>
          <a:noFill/>
          <a:ln>
            <a:noFill/>
          </a:ln>
        </p:spPr>
      </p:pic>
      <p:sp>
        <p:nvSpPr>
          <p:cNvPr id="130" name="Google Shape;130;p1"/>
          <p:cNvSpPr txBox="1"/>
          <p:nvPr/>
        </p:nvSpPr>
        <p:spPr>
          <a:xfrm>
            <a:off x="15430638" y="12238127"/>
            <a:ext cx="2332200" cy="48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Using chain rule,</a:t>
            </a: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chemeClr val="dk1"/>
              </a:solidFill>
              <a:latin typeface="Times New Roman"/>
              <a:ea typeface="Times New Roman"/>
              <a:cs typeface="Times New Roman"/>
              <a:sym typeface="Times New Roman"/>
            </a:endParaRPr>
          </a:p>
        </p:txBody>
      </p:sp>
      <p:pic>
        <p:nvPicPr>
          <p:cNvPr id="131" name="Google Shape;131;p1"/>
          <p:cNvPicPr preferRelativeResize="0"/>
          <p:nvPr/>
        </p:nvPicPr>
        <p:blipFill>
          <a:blip r:embed="rId26">
            <a:alphaModFix/>
          </a:blip>
          <a:stretch>
            <a:fillRect/>
          </a:stretch>
        </p:blipFill>
        <p:spPr>
          <a:xfrm>
            <a:off x="15395155" y="12843700"/>
            <a:ext cx="5543550" cy="495300"/>
          </a:xfrm>
          <a:prstGeom prst="rect">
            <a:avLst/>
          </a:prstGeom>
          <a:noFill/>
          <a:ln>
            <a:noFill/>
          </a:ln>
        </p:spPr>
      </p:pic>
      <p:pic>
        <p:nvPicPr>
          <p:cNvPr id="132" name="Google Shape;132;p1"/>
          <p:cNvPicPr preferRelativeResize="0"/>
          <p:nvPr/>
        </p:nvPicPr>
        <p:blipFill>
          <a:blip r:embed="rId27">
            <a:alphaModFix/>
          </a:blip>
          <a:stretch>
            <a:fillRect/>
          </a:stretch>
        </p:blipFill>
        <p:spPr>
          <a:xfrm>
            <a:off x="21992575" y="12859413"/>
            <a:ext cx="2457450" cy="495300"/>
          </a:xfrm>
          <a:prstGeom prst="rect">
            <a:avLst/>
          </a:prstGeom>
          <a:noFill/>
          <a:ln>
            <a:noFill/>
          </a:ln>
        </p:spPr>
      </p:pic>
      <p:sp>
        <p:nvSpPr>
          <p:cNvPr id="133" name="Google Shape;133;p1"/>
          <p:cNvSpPr txBox="1"/>
          <p:nvPr/>
        </p:nvSpPr>
        <p:spPr>
          <a:xfrm>
            <a:off x="15568588" y="13580265"/>
            <a:ext cx="2332200" cy="48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a:solidFill>
                  <a:schemeClr val="dk1"/>
                </a:solidFill>
                <a:latin typeface="Times New Roman"/>
                <a:ea typeface="Times New Roman"/>
                <a:cs typeface="Times New Roman"/>
                <a:sym typeface="Times New Roman"/>
              </a:rPr>
              <a:t>Gradient descents,</a:t>
            </a: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chemeClr val="dk1"/>
              </a:solidFill>
              <a:latin typeface="Times New Roman"/>
              <a:ea typeface="Times New Roman"/>
              <a:cs typeface="Times New Roman"/>
              <a:sym typeface="Times New Roman"/>
            </a:endParaRPr>
          </a:p>
        </p:txBody>
      </p:sp>
      <p:pic>
        <p:nvPicPr>
          <p:cNvPr id="134" name="Google Shape;134;p1"/>
          <p:cNvPicPr preferRelativeResize="0"/>
          <p:nvPr/>
        </p:nvPicPr>
        <p:blipFill>
          <a:blip r:embed="rId28">
            <a:alphaModFix/>
          </a:blip>
          <a:stretch>
            <a:fillRect/>
          </a:stretch>
        </p:blipFill>
        <p:spPr>
          <a:xfrm>
            <a:off x="15430638" y="14064650"/>
            <a:ext cx="1514475" cy="209550"/>
          </a:xfrm>
          <a:prstGeom prst="rect">
            <a:avLst/>
          </a:prstGeom>
          <a:noFill/>
          <a:ln>
            <a:noFill/>
          </a:ln>
        </p:spPr>
      </p:pic>
      <p:pic>
        <p:nvPicPr>
          <p:cNvPr id="135" name="Google Shape;135;p1"/>
          <p:cNvPicPr preferRelativeResize="0"/>
          <p:nvPr/>
        </p:nvPicPr>
        <p:blipFill>
          <a:blip r:embed="rId29">
            <a:alphaModFix/>
          </a:blip>
          <a:stretch>
            <a:fillRect/>
          </a:stretch>
        </p:blipFill>
        <p:spPr>
          <a:xfrm>
            <a:off x="19367975" y="14064650"/>
            <a:ext cx="2028825" cy="209550"/>
          </a:xfrm>
          <a:prstGeom prst="rect">
            <a:avLst/>
          </a:prstGeom>
          <a:noFill/>
          <a:ln>
            <a:noFill/>
          </a:ln>
        </p:spPr>
      </p:pic>
      <p:pic>
        <p:nvPicPr>
          <p:cNvPr id="136" name="Google Shape;136;p1"/>
          <p:cNvPicPr preferRelativeResize="0"/>
          <p:nvPr/>
        </p:nvPicPr>
        <p:blipFill>
          <a:blip r:embed="rId30">
            <a:alphaModFix/>
          </a:blip>
          <a:stretch>
            <a:fillRect/>
          </a:stretch>
        </p:blipFill>
        <p:spPr>
          <a:xfrm>
            <a:off x="17383525" y="13945588"/>
            <a:ext cx="1762125" cy="447675"/>
          </a:xfrm>
          <a:prstGeom prst="rect">
            <a:avLst/>
          </a:prstGeom>
          <a:noFill/>
          <a:ln>
            <a:noFill/>
          </a:ln>
        </p:spPr>
      </p:pic>
      <p:pic>
        <p:nvPicPr>
          <p:cNvPr id="137" name="Google Shape;137;p1"/>
          <p:cNvPicPr preferRelativeResize="0"/>
          <p:nvPr/>
        </p:nvPicPr>
        <p:blipFill>
          <a:blip r:embed="rId31">
            <a:alphaModFix/>
          </a:blip>
          <a:stretch>
            <a:fillRect/>
          </a:stretch>
        </p:blipFill>
        <p:spPr>
          <a:xfrm>
            <a:off x="15363913" y="14710388"/>
            <a:ext cx="6172200" cy="209550"/>
          </a:xfrm>
          <a:prstGeom prst="rect">
            <a:avLst/>
          </a:prstGeom>
          <a:noFill/>
          <a:ln>
            <a:noFill/>
          </a:ln>
        </p:spPr>
      </p:pic>
      <p:pic>
        <p:nvPicPr>
          <p:cNvPr id="138" name="Google Shape;138;p1"/>
          <p:cNvPicPr preferRelativeResize="0"/>
          <p:nvPr/>
        </p:nvPicPr>
        <p:blipFill>
          <a:blip r:embed="rId32">
            <a:alphaModFix/>
          </a:blip>
          <a:stretch>
            <a:fillRect/>
          </a:stretch>
        </p:blipFill>
        <p:spPr>
          <a:xfrm>
            <a:off x="21729763" y="14072500"/>
            <a:ext cx="2762250" cy="209550"/>
          </a:xfrm>
          <a:prstGeom prst="rect">
            <a:avLst/>
          </a:prstGeom>
          <a:noFill/>
          <a:ln>
            <a:noFill/>
          </a:ln>
        </p:spPr>
      </p:pic>
      <p:pic>
        <p:nvPicPr>
          <p:cNvPr id="139" name="Google Shape;139;p1"/>
          <p:cNvPicPr preferRelativeResize="0"/>
          <p:nvPr/>
        </p:nvPicPr>
        <p:blipFill>
          <a:blip r:embed="rId33">
            <a:alphaModFix/>
          </a:blip>
          <a:stretch>
            <a:fillRect/>
          </a:stretch>
        </p:blipFill>
        <p:spPr>
          <a:xfrm>
            <a:off x="15363913" y="15600588"/>
            <a:ext cx="4695825" cy="457200"/>
          </a:xfrm>
          <a:prstGeom prst="rect">
            <a:avLst/>
          </a:prstGeom>
          <a:noFill/>
          <a:ln>
            <a:noFill/>
          </a:ln>
        </p:spPr>
      </p:pic>
      <p:pic>
        <p:nvPicPr>
          <p:cNvPr id="140" name="Google Shape;140;p1"/>
          <p:cNvPicPr preferRelativeResize="0"/>
          <p:nvPr/>
        </p:nvPicPr>
        <p:blipFill>
          <a:blip r:embed="rId34">
            <a:alphaModFix/>
          </a:blip>
          <a:stretch>
            <a:fillRect/>
          </a:stretch>
        </p:blipFill>
        <p:spPr>
          <a:xfrm>
            <a:off x="21448838" y="15556838"/>
            <a:ext cx="2200275" cy="371475"/>
          </a:xfrm>
          <a:prstGeom prst="rect">
            <a:avLst/>
          </a:prstGeom>
          <a:noFill/>
          <a:ln>
            <a:noFill/>
          </a:ln>
        </p:spPr>
      </p:pic>
      <p:sp>
        <p:nvSpPr>
          <p:cNvPr id="141" name="Google Shape;141;p1"/>
          <p:cNvSpPr txBox="1"/>
          <p:nvPr/>
        </p:nvSpPr>
        <p:spPr>
          <a:xfrm>
            <a:off x="15150663" y="14998375"/>
            <a:ext cx="7515900" cy="52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a:t> Skim-gram model with negative sampling</a:t>
            </a:r>
            <a:endParaRPr/>
          </a:p>
        </p:txBody>
      </p:sp>
      <p:sp>
        <p:nvSpPr>
          <p:cNvPr id="142" name="Google Shape;142;p1"/>
          <p:cNvSpPr txBox="1"/>
          <p:nvPr/>
        </p:nvSpPr>
        <p:spPr>
          <a:xfrm>
            <a:off x="29786400" y="20435651"/>
            <a:ext cx="13636200" cy="58287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Although Natural Language Processing techniques have evolved rapidly over this decade, some limitations, such as long-range reasoning, domain adaptation, and interpretability, still remain. Challenges like developing NLU models that can understand expressions, cultural dialects, informal phrases, and idioms can be accomplished at least to a certain extent by training based on a huge data set and updating it regularly. But, dealing with words that have different meanings in different geographical areas is still hard to accomplish. Traditionally, NLP models follow the Markov assumption, which states that a word depends only on a limited range of preceding words to avoid high computational cost. That limits capturing long-range dependencies. Transformers have overcome this limitation using the attention technique. According to graphs, GloVe model has performed as the most accurate word embedding method for all tasks and co-occurrence evaluation. The greedy transition-based neural dependency parser illustrates a good balance between speed and accuracy. Furthermore, LSTM based language models has performed well over N-gram models and RNN based language models. In machine translation evaluation, transformer-based models have demonstrated high accuracy and low training cost at the same time. Overall, the transformer and attention-based architectures have dominated many sub-sectors under the umbrella of NLP by representing contextual relations and modeling long-range relationships. </a:t>
            </a:r>
            <a:endParaRPr sz="23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1200"/>
              </a:spcAft>
              <a:buClr>
                <a:schemeClr val="dk1"/>
              </a:buClr>
              <a:buSzPts val="1100"/>
              <a:buFont typeface="Arial"/>
              <a:buNone/>
            </a:pPr>
            <a:endParaRPr sz="2300">
              <a:solidFill>
                <a:schemeClr val="dk1"/>
              </a:solidFill>
              <a:latin typeface="Times New Roman"/>
              <a:ea typeface="Times New Roman"/>
              <a:cs typeface="Times New Roman"/>
              <a:sym typeface="Times New Roman"/>
            </a:endParaRPr>
          </a:p>
        </p:txBody>
      </p:sp>
      <p:pic>
        <p:nvPicPr>
          <p:cNvPr id="143" name="Google Shape;143;p1"/>
          <p:cNvPicPr preferRelativeResize="0"/>
          <p:nvPr/>
        </p:nvPicPr>
        <p:blipFill>
          <a:blip r:embed="rId35">
            <a:alphaModFix/>
          </a:blip>
          <a:stretch>
            <a:fillRect/>
          </a:stretch>
        </p:blipFill>
        <p:spPr>
          <a:xfrm>
            <a:off x="15363925" y="16557825"/>
            <a:ext cx="2638425" cy="466725"/>
          </a:xfrm>
          <a:prstGeom prst="rect">
            <a:avLst/>
          </a:prstGeom>
          <a:noFill/>
          <a:ln>
            <a:noFill/>
          </a:ln>
        </p:spPr>
      </p:pic>
      <p:pic>
        <p:nvPicPr>
          <p:cNvPr id="144" name="Google Shape;144;p1"/>
          <p:cNvPicPr preferRelativeResize="0"/>
          <p:nvPr/>
        </p:nvPicPr>
        <p:blipFill>
          <a:blip r:embed="rId36">
            <a:alphaModFix/>
          </a:blip>
          <a:stretch>
            <a:fillRect/>
          </a:stretch>
        </p:blipFill>
        <p:spPr>
          <a:xfrm>
            <a:off x="18415338" y="16721538"/>
            <a:ext cx="4333875" cy="209550"/>
          </a:xfrm>
          <a:prstGeom prst="rect">
            <a:avLst/>
          </a:prstGeom>
          <a:noFill/>
          <a:ln>
            <a:noFill/>
          </a:ln>
        </p:spPr>
      </p:pic>
      <p:pic>
        <p:nvPicPr>
          <p:cNvPr id="145" name="Google Shape;145;p1"/>
          <p:cNvPicPr preferRelativeResize="0"/>
          <p:nvPr/>
        </p:nvPicPr>
        <p:blipFill>
          <a:blip r:embed="rId37">
            <a:alphaModFix/>
          </a:blip>
          <a:stretch>
            <a:fillRect/>
          </a:stretch>
        </p:blipFill>
        <p:spPr>
          <a:xfrm>
            <a:off x="22811275" y="16721538"/>
            <a:ext cx="2981325" cy="209550"/>
          </a:xfrm>
          <a:prstGeom prst="rect">
            <a:avLst/>
          </a:prstGeom>
          <a:noFill/>
          <a:ln>
            <a:noFill/>
          </a:ln>
        </p:spPr>
      </p:pic>
      <p:sp>
        <p:nvSpPr>
          <p:cNvPr id="146" name="Google Shape;146;p1"/>
          <p:cNvSpPr txBox="1"/>
          <p:nvPr/>
        </p:nvSpPr>
        <p:spPr>
          <a:xfrm>
            <a:off x="15270538" y="16089715"/>
            <a:ext cx="2332200" cy="4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Attention</a:t>
            </a:r>
            <a:endParaRPr>
              <a:solidFill>
                <a:schemeClr val="dk1"/>
              </a:solidFill>
              <a:latin typeface="Times New Roman"/>
              <a:ea typeface="Times New Roman"/>
              <a:cs typeface="Times New Roman"/>
              <a:sym typeface="Times New Roman"/>
            </a:endParaRPr>
          </a:p>
        </p:txBody>
      </p:sp>
      <p:pic>
        <p:nvPicPr>
          <p:cNvPr id="147" name="Google Shape;147;p1"/>
          <p:cNvPicPr preferRelativeResize="0"/>
          <p:nvPr/>
        </p:nvPicPr>
        <p:blipFill>
          <a:blip r:embed="rId38">
            <a:alphaModFix/>
          </a:blip>
          <a:stretch>
            <a:fillRect/>
          </a:stretch>
        </p:blipFill>
        <p:spPr>
          <a:xfrm>
            <a:off x="15402772" y="19218399"/>
            <a:ext cx="13636201" cy="1229052"/>
          </a:xfrm>
          <a:prstGeom prst="rect">
            <a:avLst/>
          </a:prstGeom>
          <a:noFill/>
          <a:ln>
            <a:noFill/>
          </a:ln>
        </p:spPr>
      </p:pic>
      <p:pic>
        <p:nvPicPr>
          <p:cNvPr id="148" name="Google Shape;148;p1"/>
          <p:cNvPicPr preferRelativeResize="0"/>
          <p:nvPr/>
        </p:nvPicPr>
        <p:blipFill>
          <a:blip r:embed="rId39">
            <a:alphaModFix/>
          </a:blip>
          <a:stretch>
            <a:fillRect/>
          </a:stretch>
        </p:blipFill>
        <p:spPr>
          <a:xfrm>
            <a:off x="15327150" y="20006799"/>
            <a:ext cx="4305300" cy="6983335"/>
          </a:xfrm>
          <a:prstGeom prst="rect">
            <a:avLst/>
          </a:prstGeom>
          <a:noFill/>
          <a:ln>
            <a:noFill/>
          </a:ln>
        </p:spPr>
      </p:pic>
      <p:pic>
        <p:nvPicPr>
          <p:cNvPr id="149" name="Google Shape;149;p1"/>
          <p:cNvPicPr preferRelativeResize="0"/>
          <p:nvPr/>
        </p:nvPicPr>
        <p:blipFill>
          <a:blip r:embed="rId40">
            <a:alphaModFix/>
          </a:blip>
          <a:stretch>
            <a:fillRect/>
          </a:stretch>
        </p:blipFill>
        <p:spPr>
          <a:xfrm>
            <a:off x="24581563" y="24853886"/>
            <a:ext cx="4162425" cy="3442343"/>
          </a:xfrm>
          <a:prstGeom prst="rect">
            <a:avLst/>
          </a:prstGeom>
          <a:noFill/>
          <a:ln>
            <a:noFill/>
          </a:ln>
        </p:spPr>
      </p:pic>
      <p:pic>
        <p:nvPicPr>
          <p:cNvPr id="150" name="Google Shape;150;p1"/>
          <p:cNvPicPr preferRelativeResize="0"/>
          <p:nvPr/>
        </p:nvPicPr>
        <p:blipFill>
          <a:blip r:embed="rId41">
            <a:alphaModFix/>
          </a:blip>
          <a:stretch>
            <a:fillRect/>
          </a:stretch>
        </p:blipFill>
        <p:spPr>
          <a:xfrm>
            <a:off x="26229413" y="20435638"/>
            <a:ext cx="2714625" cy="4305300"/>
          </a:xfrm>
          <a:prstGeom prst="rect">
            <a:avLst/>
          </a:prstGeom>
          <a:noFill/>
          <a:ln>
            <a:noFill/>
          </a:ln>
        </p:spPr>
      </p:pic>
      <p:pic>
        <p:nvPicPr>
          <p:cNvPr id="151" name="Google Shape;151;p1"/>
          <p:cNvPicPr preferRelativeResize="0"/>
          <p:nvPr/>
        </p:nvPicPr>
        <p:blipFill>
          <a:blip r:embed="rId42">
            <a:alphaModFix/>
          </a:blip>
          <a:stretch>
            <a:fillRect/>
          </a:stretch>
        </p:blipFill>
        <p:spPr>
          <a:xfrm>
            <a:off x="19940075" y="25193826"/>
            <a:ext cx="4333874" cy="792864"/>
          </a:xfrm>
          <a:prstGeom prst="rect">
            <a:avLst/>
          </a:prstGeom>
          <a:noFill/>
          <a:ln>
            <a:noFill/>
          </a:ln>
        </p:spPr>
      </p:pic>
      <p:pic>
        <p:nvPicPr>
          <p:cNvPr id="152" name="Google Shape;152;p1"/>
          <p:cNvPicPr preferRelativeResize="0"/>
          <p:nvPr/>
        </p:nvPicPr>
        <p:blipFill>
          <a:blip r:embed="rId43">
            <a:alphaModFix/>
          </a:blip>
          <a:stretch>
            <a:fillRect/>
          </a:stretch>
        </p:blipFill>
        <p:spPr>
          <a:xfrm>
            <a:off x="24437375" y="28174875"/>
            <a:ext cx="4581525" cy="4613186"/>
          </a:xfrm>
          <a:prstGeom prst="rect">
            <a:avLst/>
          </a:prstGeom>
          <a:noFill/>
          <a:ln>
            <a:noFill/>
          </a:ln>
        </p:spPr>
      </p:pic>
      <p:pic>
        <p:nvPicPr>
          <p:cNvPr id="153" name="Google Shape;153;p1"/>
          <p:cNvPicPr preferRelativeResize="0"/>
          <p:nvPr/>
        </p:nvPicPr>
        <p:blipFill>
          <a:blip r:embed="rId44">
            <a:alphaModFix/>
          </a:blip>
          <a:stretch>
            <a:fillRect/>
          </a:stretch>
        </p:blipFill>
        <p:spPr>
          <a:xfrm>
            <a:off x="19735950" y="20679550"/>
            <a:ext cx="6375024" cy="3746880"/>
          </a:xfrm>
          <a:prstGeom prst="rect">
            <a:avLst/>
          </a:prstGeom>
          <a:noFill/>
          <a:ln>
            <a:noFill/>
          </a:ln>
        </p:spPr>
      </p:pic>
      <p:sp>
        <p:nvSpPr>
          <p:cNvPr id="154" name="Google Shape;154;p1"/>
          <p:cNvSpPr txBox="1"/>
          <p:nvPr/>
        </p:nvSpPr>
        <p:spPr>
          <a:xfrm>
            <a:off x="29786400" y="6268300"/>
            <a:ext cx="13636200" cy="135915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Evaluating word vectors refers to quantitatively measuring the quality of word embeddings. There are two main approaches to evaluate word vectors, including intrinsic evaluation and extrinsic evaluation. In intrinsic evaluation, specific subtasks are used for the evaluation. Conversely, in extrinsic evaluation, a set of word vectors is evaluated on the real task at hand. In Language models, perplexity is used for evaluating models. Moreover, it is a measure of uncertainty when predicting the next word based on a word sequence, where lower values depict higher confidence in predicting. BLEU(Bilingual Evaluation Understudy) score and GLUE(General Language Understanding Evaluation) score are two extrinsic methods that are used for evaluating NLP models. In BLEU, each word in the output sentence is assigned a score of one if it is in the ground truth. Unless they are assigned 0, and subsequently the count is divided by the number of words in the output for the normalization. GLUE contains nine different task data sets for evaluating performance and understanding of the model, and the final score is based on the score for these nine diverse tasks.</a:t>
            </a:r>
            <a:endParaRPr sz="23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1200"/>
              </a:spcAft>
              <a:buClr>
                <a:schemeClr val="dk1"/>
              </a:buClr>
              <a:buSzPts val="1100"/>
              <a:buFont typeface="Arial"/>
              <a:buNone/>
            </a:pPr>
            <a:endParaRPr sz="2300">
              <a:solidFill>
                <a:schemeClr val="dk1"/>
              </a:solidFill>
              <a:latin typeface="Times New Roman"/>
              <a:ea typeface="Times New Roman"/>
              <a:cs typeface="Times New Roman"/>
              <a:sym typeface="Times New Roman"/>
            </a:endParaRPr>
          </a:p>
        </p:txBody>
      </p:sp>
      <p:graphicFrame>
        <p:nvGraphicFramePr>
          <p:cNvPr id="155" name="Google Shape;155;p1"/>
          <p:cNvGraphicFramePr/>
          <p:nvPr/>
        </p:nvGraphicFramePr>
        <p:xfrm>
          <a:off x="29869900" y="11068461"/>
          <a:ext cx="3695700" cy="3468481"/>
        </p:xfrm>
        <a:graphic>
          <a:graphicData uri="http://schemas.openxmlformats.org/drawingml/2006/table">
            <a:tbl>
              <a:tblPr>
                <a:noFill/>
                <a:tableStyleId>{AFBA275C-D2D1-4D91-9EFC-0688CEABB15F}</a:tableStyleId>
              </a:tblPr>
              <a:tblGrid>
                <a:gridCol w="1343025">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81025">
                  <a:extLst>
                    <a:ext uri="{9D8B030D-6E8A-4147-A177-3AD203B41FA5}">
                      <a16:colId xmlns:a16="http://schemas.microsoft.com/office/drawing/2014/main" val="20002"/>
                    </a:ext>
                  </a:extLst>
                </a:gridCol>
                <a:gridCol w="600075">
                  <a:extLst>
                    <a:ext uri="{9D8B030D-6E8A-4147-A177-3AD203B41FA5}">
                      <a16:colId xmlns:a16="http://schemas.microsoft.com/office/drawing/2014/main" val="20003"/>
                    </a:ext>
                  </a:extLst>
                </a:gridCol>
                <a:gridCol w="600075">
                  <a:extLst>
                    <a:ext uri="{9D8B030D-6E8A-4147-A177-3AD203B41FA5}">
                      <a16:colId xmlns:a16="http://schemas.microsoft.com/office/drawing/2014/main" val="20004"/>
                    </a:ext>
                  </a:extLst>
                </a:gridCol>
              </a:tblGrid>
              <a:tr h="0">
                <a:tc>
                  <a:txBody>
                    <a:bodyPr/>
                    <a:lstStyle/>
                    <a:p>
                      <a:pPr marL="0" lvl="0" indent="0" algn="l" rtl="0">
                        <a:lnSpc>
                          <a:spcPct val="115000"/>
                        </a:lnSpc>
                        <a:spcBef>
                          <a:spcPts val="0"/>
                        </a:spcBef>
                        <a:spcAft>
                          <a:spcPts val="0"/>
                        </a:spcAft>
                        <a:buNone/>
                      </a:pPr>
                      <a:r>
                        <a:rPr lang="en-US" sz="1200"/>
                        <a:t>Model</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Dev</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Test</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ACE</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MUC7</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52425">
                <a:tc>
                  <a:txBody>
                    <a:bodyPr/>
                    <a:lstStyle/>
                    <a:p>
                      <a:pPr marL="0" lvl="0" indent="0" algn="l" rtl="0">
                        <a:lnSpc>
                          <a:spcPct val="115000"/>
                        </a:lnSpc>
                        <a:spcBef>
                          <a:spcPts val="0"/>
                        </a:spcBef>
                        <a:spcAft>
                          <a:spcPts val="0"/>
                        </a:spcAft>
                        <a:buNone/>
                      </a:pPr>
                      <a:r>
                        <a:rPr lang="en-US" sz="1200"/>
                        <a:t>One-hot/count-based</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91.0</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85.4</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77.4</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73.4</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3875">
                <a:tc>
                  <a:txBody>
                    <a:bodyPr/>
                    <a:lstStyle/>
                    <a:p>
                      <a:pPr marL="0" lvl="0" indent="0" algn="l" rtl="0">
                        <a:lnSpc>
                          <a:spcPct val="115000"/>
                        </a:lnSpc>
                        <a:spcBef>
                          <a:spcPts val="0"/>
                        </a:spcBef>
                        <a:spcAft>
                          <a:spcPts val="0"/>
                        </a:spcAft>
                        <a:buNone/>
                      </a:pPr>
                      <a:r>
                        <a:rPr lang="en-US" sz="1200"/>
                        <a:t>SVD (Singular Value Decomposition)</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90.8</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85.7</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77.3</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73.7</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15000"/>
                        </a:lnSpc>
                        <a:spcBef>
                          <a:spcPts val="0"/>
                        </a:spcBef>
                        <a:spcAft>
                          <a:spcPts val="0"/>
                        </a:spcAft>
                        <a:buNone/>
                      </a:pPr>
                      <a:r>
                        <a:rPr lang="en-US" sz="1200"/>
                        <a:t>SVD-S</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91.0</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85.5</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77.6</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74.3</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lnSpc>
                          <a:spcPct val="115000"/>
                        </a:lnSpc>
                        <a:spcBef>
                          <a:spcPts val="0"/>
                        </a:spcBef>
                        <a:spcAft>
                          <a:spcPts val="0"/>
                        </a:spcAft>
                        <a:buNone/>
                      </a:pPr>
                      <a:r>
                        <a:rPr lang="en-US" sz="1200"/>
                        <a:t>SVD-L</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90.5</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84.8</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73.6</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71.5</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52425">
                <a:tc>
                  <a:txBody>
                    <a:bodyPr/>
                    <a:lstStyle/>
                    <a:p>
                      <a:pPr marL="0" lvl="0" indent="0" algn="l" rtl="0">
                        <a:lnSpc>
                          <a:spcPct val="115000"/>
                        </a:lnSpc>
                        <a:spcBef>
                          <a:spcPts val="0"/>
                        </a:spcBef>
                        <a:spcAft>
                          <a:spcPts val="0"/>
                        </a:spcAft>
                        <a:buNone/>
                      </a:pPr>
                      <a:r>
                        <a:rPr lang="en-US" sz="1200"/>
                        <a:t>CBOW (Word2Vec)</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93.1</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88.2</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82.2</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81.1</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lnSpc>
                          <a:spcPct val="115000"/>
                        </a:lnSpc>
                        <a:spcBef>
                          <a:spcPts val="0"/>
                        </a:spcBef>
                        <a:spcAft>
                          <a:spcPts val="0"/>
                        </a:spcAft>
                        <a:buNone/>
                      </a:pPr>
                      <a:r>
                        <a:rPr lang="en-US" sz="1200"/>
                        <a:t>GloVe</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900">
                          <a:highlight>
                            <a:srgbClr val="FFFF00"/>
                          </a:highlight>
                        </a:rPr>
                        <a:t>93.2</a:t>
                      </a:r>
                      <a:endParaRPr sz="900">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900">
                          <a:highlight>
                            <a:srgbClr val="FFFF00"/>
                          </a:highlight>
                        </a:rPr>
                        <a:t>88.3</a:t>
                      </a:r>
                      <a:endParaRPr sz="900">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900">
                          <a:highlight>
                            <a:srgbClr val="FFFF00"/>
                          </a:highlight>
                        </a:rPr>
                        <a:t>82.9</a:t>
                      </a:r>
                      <a:endParaRPr sz="900">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900">
                          <a:highlight>
                            <a:srgbClr val="FFFF00"/>
                          </a:highlight>
                        </a:rPr>
                        <a:t>82.2</a:t>
                      </a:r>
                      <a:endParaRPr sz="900">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156" name="Google Shape;156;p1"/>
          <p:cNvGraphicFramePr/>
          <p:nvPr/>
        </p:nvGraphicFramePr>
        <p:xfrm>
          <a:off x="33942301" y="11092235"/>
          <a:ext cx="4591050" cy="3468481"/>
        </p:xfrm>
        <a:graphic>
          <a:graphicData uri="http://schemas.openxmlformats.org/drawingml/2006/table">
            <a:tbl>
              <a:tblPr>
                <a:noFill/>
                <a:tableStyleId>{AFBA275C-D2D1-4D91-9EFC-0688CEABB15F}</a:tableStyleId>
              </a:tblPr>
              <a:tblGrid>
                <a:gridCol w="1343025">
                  <a:extLst>
                    <a:ext uri="{9D8B030D-6E8A-4147-A177-3AD203B41FA5}">
                      <a16:colId xmlns:a16="http://schemas.microsoft.com/office/drawing/2014/main" val="20000"/>
                    </a:ext>
                  </a:extLst>
                </a:gridCol>
                <a:gridCol w="752475">
                  <a:extLst>
                    <a:ext uri="{9D8B030D-6E8A-4147-A177-3AD203B41FA5}">
                      <a16:colId xmlns:a16="http://schemas.microsoft.com/office/drawing/2014/main" val="20001"/>
                    </a:ext>
                  </a:extLst>
                </a:gridCol>
                <a:gridCol w="600075">
                  <a:extLst>
                    <a:ext uri="{9D8B030D-6E8A-4147-A177-3AD203B41FA5}">
                      <a16:colId xmlns:a16="http://schemas.microsoft.com/office/drawing/2014/main" val="20002"/>
                    </a:ext>
                  </a:extLst>
                </a:gridCol>
                <a:gridCol w="581025">
                  <a:extLst>
                    <a:ext uri="{9D8B030D-6E8A-4147-A177-3AD203B41FA5}">
                      <a16:colId xmlns:a16="http://schemas.microsoft.com/office/drawing/2014/main" val="20003"/>
                    </a:ext>
                  </a:extLst>
                </a:gridCol>
                <a:gridCol w="695325">
                  <a:extLst>
                    <a:ext uri="{9D8B030D-6E8A-4147-A177-3AD203B41FA5}">
                      <a16:colId xmlns:a16="http://schemas.microsoft.com/office/drawing/2014/main" val="20004"/>
                    </a:ext>
                  </a:extLst>
                </a:gridCol>
                <a:gridCol w="619125">
                  <a:extLst>
                    <a:ext uri="{9D8B030D-6E8A-4147-A177-3AD203B41FA5}">
                      <a16:colId xmlns:a16="http://schemas.microsoft.com/office/drawing/2014/main" val="20005"/>
                    </a:ext>
                  </a:extLst>
                </a:gridCol>
              </a:tblGrid>
              <a:tr h="0">
                <a:tc>
                  <a:txBody>
                    <a:bodyPr/>
                    <a:lstStyle/>
                    <a:p>
                      <a:pPr marL="0" lvl="0" indent="0" algn="l" rtl="0">
                        <a:lnSpc>
                          <a:spcPct val="115000"/>
                        </a:lnSpc>
                        <a:spcBef>
                          <a:spcPts val="0"/>
                        </a:spcBef>
                        <a:spcAft>
                          <a:spcPts val="0"/>
                        </a:spcAft>
                        <a:buNone/>
                      </a:pPr>
                      <a:r>
                        <a:rPr lang="en-US" sz="1200"/>
                        <a:t>Model</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WS353</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MC</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RG</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SCWS</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RW</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23875">
                <a:tc>
                  <a:txBody>
                    <a:bodyPr/>
                    <a:lstStyle/>
                    <a:p>
                      <a:pPr marL="0" lvl="0" indent="0" algn="l" rtl="0">
                        <a:lnSpc>
                          <a:spcPct val="115000"/>
                        </a:lnSpc>
                        <a:spcBef>
                          <a:spcPts val="0"/>
                        </a:spcBef>
                        <a:spcAft>
                          <a:spcPts val="0"/>
                        </a:spcAft>
                        <a:buNone/>
                      </a:pPr>
                      <a:r>
                        <a:rPr lang="en-US" sz="1200"/>
                        <a:t>SVD (Singular Value Decomposition)</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35.5</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35.1</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42.5</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38.3</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25.6</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15000"/>
                        </a:lnSpc>
                        <a:spcBef>
                          <a:spcPts val="0"/>
                        </a:spcBef>
                        <a:spcAft>
                          <a:spcPts val="0"/>
                        </a:spcAft>
                        <a:buNone/>
                      </a:pPr>
                      <a:r>
                        <a:rPr lang="en-US" sz="1200"/>
                        <a:t>SVD-S</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56.5</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71.5</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71.0</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53.6</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34.7</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15000"/>
                        </a:lnSpc>
                        <a:spcBef>
                          <a:spcPts val="0"/>
                        </a:spcBef>
                        <a:spcAft>
                          <a:spcPts val="0"/>
                        </a:spcAft>
                        <a:buNone/>
                      </a:pPr>
                      <a:r>
                        <a:rPr lang="en-US" sz="1200"/>
                        <a:t>SVD-L</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65.7</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72.7</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75.1</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56.5</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37.0</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52425">
                <a:tc>
                  <a:txBody>
                    <a:bodyPr/>
                    <a:lstStyle/>
                    <a:p>
                      <a:pPr marL="0" lvl="0" indent="0" algn="l" rtl="0">
                        <a:lnSpc>
                          <a:spcPct val="115000"/>
                        </a:lnSpc>
                        <a:spcBef>
                          <a:spcPts val="0"/>
                        </a:spcBef>
                        <a:spcAft>
                          <a:spcPts val="0"/>
                        </a:spcAft>
                        <a:buNone/>
                      </a:pPr>
                      <a:r>
                        <a:rPr lang="en-US" sz="1200"/>
                        <a:t>CBOW (Word2Vec)</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57.2</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65.6</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68.2</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57.0</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32.5</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52425">
                <a:tc>
                  <a:txBody>
                    <a:bodyPr/>
                    <a:lstStyle/>
                    <a:p>
                      <a:pPr marL="0" lvl="0" indent="0" algn="l" rtl="0">
                        <a:lnSpc>
                          <a:spcPct val="115000"/>
                        </a:lnSpc>
                        <a:spcBef>
                          <a:spcPts val="0"/>
                        </a:spcBef>
                        <a:spcAft>
                          <a:spcPts val="0"/>
                        </a:spcAft>
                        <a:buNone/>
                      </a:pPr>
                      <a:r>
                        <a:rPr lang="en-US" sz="1200"/>
                        <a:t>SkipGram (Word2Vec)</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62.8</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65.2</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69.7</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900">
                          <a:highlight>
                            <a:srgbClr val="FFFF00"/>
                          </a:highlight>
                        </a:rPr>
                        <a:t>58.1</a:t>
                      </a:r>
                      <a:endParaRPr sz="900">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37.2</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lnSpc>
                          <a:spcPct val="115000"/>
                        </a:lnSpc>
                        <a:spcBef>
                          <a:spcPts val="0"/>
                        </a:spcBef>
                        <a:spcAft>
                          <a:spcPts val="0"/>
                        </a:spcAft>
                        <a:buNone/>
                      </a:pPr>
                      <a:r>
                        <a:rPr lang="en-US" sz="1200"/>
                        <a:t>GloVe</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900">
                          <a:highlight>
                            <a:srgbClr val="FFFF00"/>
                          </a:highlight>
                        </a:rPr>
                        <a:t>65.8</a:t>
                      </a:r>
                      <a:endParaRPr sz="900">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900">
                          <a:highlight>
                            <a:srgbClr val="FFFF00"/>
                          </a:highlight>
                        </a:rPr>
                        <a:t>72.7</a:t>
                      </a:r>
                      <a:endParaRPr sz="900">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900">
                          <a:highlight>
                            <a:srgbClr val="FFFF00"/>
                          </a:highlight>
                        </a:rPr>
                        <a:t>77.8</a:t>
                      </a:r>
                      <a:endParaRPr sz="900">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t>53.9</a:t>
                      </a:r>
                      <a:endParaRPr sz="120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900">
                          <a:highlight>
                            <a:srgbClr val="FFFF00"/>
                          </a:highlight>
                        </a:rPr>
                        <a:t>38.1</a:t>
                      </a:r>
                      <a:endParaRPr sz="900">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157" name="Google Shape;157;p1"/>
          <p:cNvGraphicFramePr/>
          <p:nvPr/>
        </p:nvGraphicFramePr>
        <p:xfrm>
          <a:off x="33162787" y="15522174"/>
          <a:ext cx="4581525" cy="3018071"/>
        </p:xfrm>
        <a:graphic>
          <a:graphicData uri="http://schemas.openxmlformats.org/drawingml/2006/table">
            <a:tbl>
              <a:tblPr>
                <a:noFill/>
                <a:tableStyleId>{AFBA275C-D2D1-4D91-9EFC-0688CEABB15F}</a:tableStyleId>
              </a:tblPr>
              <a:tblGrid>
                <a:gridCol w="1400175">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gridCol w="752475">
                  <a:extLst>
                    <a:ext uri="{9D8B030D-6E8A-4147-A177-3AD203B41FA5}">
                      <a16:colId xmlns:a16="http://schemas.microsoft.com/office/drawing/2014/main" val="20003"/>
                    </a:ext>
                  </a:extLst>
                </a:gridCol>
              </a:tblGrid>
              <a:tr h="523875">
                <a:tc>
                  <a:txBody>
                    <a:bodyPr/>
                    <a:lstStyle/>
                    <a:p>
                      <a:pPr marL="0" lvl="0" indent="0" algn="l" rtl="0">
                        <a:lnSpc>
                          <a:spcPct val="115000"/>
                        </a:lnSpc>
                        <a:spcBef>
                          <a:spcPts val="0"/>
                        </a:spcBef>
                        <a:spcAft>
                          <a:spcPts val="0"/>
                        </a:spcAft>
                        <a:buNone/>
                      </a:pPr>
                      <a:r>
                        <a:rPr lang="en-US"/>
                        <a:t>Parser</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UAS (Unlabeled attachment score)</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LAS (Labeled attachment score)</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Sent./s</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115000"/>
                        </a:lnSpc>
                        <a:spcBef>
                          <a:spcPts val="0"/>
                        </a:spcBef>
                        <a:spcAft>
                          <a:spcPts val="0"/>
                        </a:spcAft>
                        <a:buNone/>
                      </a:pPr>
                      <a:r>
                        <a:rPr lang="en-US"/>
                        <a:t>MaltParser</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89.8</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87.2</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469</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15000"/>
                        </a:lnSpc>
                        <a:spcBef>
                          <a:spcPts val="0"/>
                        </a:spcBef>
                        <a:spcAft>
                          <a:spcPts val="0"/>
                        </a:spcAft>
                        <a:buNone/>
                      </a:pPr>
                      <a:r>
                        <a:rPr lang="en-US"/>
                        <a:t>MSTParser</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91.4</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88.1</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10</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15000"/>
                        </a:lnSpc>
                        <a:spcBef>
                          <a:spcPts val="0"/>
                        </a:spcBef>
                        <a:spcAft>
                          <a:spcPts val="0"/>
                        </a:spcAft>
                        <a:buNone/>
                      </a:pPr>
                      <a:r>
                        <a:rPr lang="en-US"/>
                        <a:t>TurboParser</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highlight>
                            <a:srgbClr val="FFFF00"/>
                          </a:highlight>
                        </a:rPr>
                        <a:t>92.3</a:t>
                      </a:r>
                      <a:endParaRPr>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89.6</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8</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52425">
                <a:tc>
                  <a:txBody>
                    <a:bodyPr/>
                    <a:lstStyle/>
                    <a:p>
                      <a:pPr marL="0" lvl="0" indent="0" algn="l" rtl="0">
                        <a:lnSpc>
                          <a:spcPct val="115000"/>
                        </a:lnSpc>
                        <a:spcBef>
                          <a:spcPts val="0"/>
                        </a:spcBef>
                        <a:spcAft>
                          <a:spcPts val="0"/>
                        </a:spcAft>
                        <a:buNone/>
                      </a:pPr>
                      <a:r>
                        <a:rPr lang="en-US"/>
                        <a:t>Chen &amp;Manning 2014</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92.0</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highlight>
                            <a:srgbClr val="FFFF00"/>
                          </a:highlight>
                        </a:rPr>
                        <a:t>89.7</a:t>
                      </a:r>
                      <a:endParaRPr>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highlight>
                            <a:srgbClr val="FFFF00"/>
                          </a:highlight>
                        </a:rPr>
                        <a:t>654</a:t>
                      </a:r>
                      <a:endParaRPr>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158" name="Google Shape;158;p1"/>
          <p:cNvPicPr preferRelativeResize="0"/>
          <p:nvPr/>
        </p:nvPicPr>
        <p:blipFill>
          <a:blip r:embed="rId45">
            <a:alphaModFix/>
          </a:blip>
          <a:stretch>
            <a:fillRect/>
          </a:stretch>
        </p:blipFill>
        <p:spPr>
          <a:xfrm>
            <a:off x="29848024" y="15592269"/>
            <a:ext cx="3067050" cy="3004371"/>
          </a:xfrm>
          <a:prstGeom prst="rect">
            <a:avLst/>
          </a:prstGeom>
          <a:noFill/>
          <a:ln>
            <a:noFill/>
          </a:ln>
        </p:spPr>
      </p:pic>
      <p:pic>
        <p:nvPicPr>
          <p:cNvPr id="159" name="Google Shape;159;p1"/>
          <p:cNvPicPr preferRelativeResize="0"/>
          <p:nvPr/>
        </p:nvPicPr>
        <p:blipFill>
          <a:blip r:embed="rId46">
            <a:alphaModFix/>
          </a:blip>
          <a:stretch>
            <a:fillRect/>
          </a:stretch>
        </p:blipFill>
        <p:spPr>
          <a:xfrm>
            <a:off x="37744305" y="15928328"/>
            <a:ext cx="5419725" cy="2838898"/>
          </a:xfrm>
          <a:prstGeom prst="rect">
            <a:avLst/>
          </a:prstGeom>
          <a:noFill/>
          <a:ln>
            <a:noFill/>
          </a:ln>
        </p:spPr>
      </p:pic>
      <p:graphicFrame>
        <p:nvGraphicFramePr>
          <p:cNvPr id="160" name="Google Shape;160;p1"/>
          <p:cNvGraphicFramePr/>
          <p:nvPr/>
        </p:nvGraphicFramePr>
        <p:xfrm>
          <a:off x="39134938" y="10827263"/>
          <a:ext cx="4029075" cy="4647363"/>
        </p:xfrm>
        <a:graphic>
          <a:graphicData uri="http://schemas.openxmlformats.org/drawingml/2006/table">
            <a:tbl>
              <a:tblPr>
                <a:noFill/>
                <a:tableStyleId>{AFBA275C-D2D1-4D91-9EFC-0688CEABB15F}</a:tableStyleId>
              </a:tblPr>
              <a:tblGrid>
                <a:gridCol w="3114675">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0">
                <a:tc>
                  <a:txBody>
                    <a:bodyPr/>
                    <a:lstStyle/>
                    <a:p>
                      <a:pPr marL="0" lvl="0" indent="0" algn="l" rtl="0">
                        <a:lnSpc>
                          <a:spcPct val="115000"/>
                        </a:lnSpc>
                        <a:spcBef>
                          <a:spcPts val="0"/>
                        </a:spcBef>
                        <a:spcAft>
                          <a:spcPts val="0"/>
                        </a:spcAft>
                        <a:buNone/>
                      </a:pPr>
                      <a:r>
                        <a:rPr lang="en-US"/>
                        <a:t>Method</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Perplexity</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115000"/>
                        </a:lnSpc>
                        <a:spcBef>
                          <a:spcPts val="0"/>
                        </a:spcBef>
                        <a:spcAft>
                          <a:spcPts val="0"/>
                        </a:spcAft>
                        <a:buNone/>
                      </a:pPr>
                      <a:r>
                        <a:rPr lang="en-US"/>
                        <a:t>Interpolated kneser-Ney 5-gram -2013</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67.6</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lnSpc>
                          <a:spcPct val="115000"/>
                        </a:lnSpc>
                        <a:spcBef>
                          <a:spcPts val="0"/>
                        </a:spcBef>
                        <a:spcAft>
                          <a:spcPts val="0"/>
                        </a:spcAft>
                        <a:buNone/>
                      </a:pPr>
                      <a:r>
                        <a:rPr lang="en-US"/>
                        <a:t>RNN-1024 + MaxEnt 9-gram – 2013</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51.3</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lnSpc>
                          <a:spcPct val="115000"/>
                        </a:lnSpc>
                        <a:spcBef>
                          <a:spcPts val="0"/>
                        </a:spcBef>
                        <a:spcAft>
                          <a:spcPts val="0"/>
                        </a:spcAft>
                        <a:buNone/>
                      </a:pPr>
                      <a:r>
                        <a:rPr lang="en-US"/>
                        <a:t>RNN-2048 + Blackout sampling -2015</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68.3</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52425">
                <a:tc>
                  <a:txBody>
                    <a:bodyPr/>
                    <a:lstStyle/>
                    <a:p>
                      <a:pPr marL="0" lvl="0" indent="0" algn="l" rtl="0">
                        <a:lnSpc>
                          <a:spcPct val="115000"/>
                        </a:lnSpc>
                        <a:spcBef>
                          <a:spcPts val="0"/>
                        </a:spcBef>
                        <a:spcAft>
                          <a:spcPts val="0"/>
                        </a:spcAft>
                        <a:buNone/>
                      </a:pPr>
                      <a:r>
                        <a:rPr lang="en-US"/>
                        <a:t>Sparse Nong-negative matrix factorization -2015</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52.9</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lnSpc>
                          <a:spcPct val="115000"/>
                        </a:lnSpc>
                        <a:spcBef>
                          <a:spcPts val="0"/>
                        </a:spcBef>
                        <a:spcAft>
                          <a:spcPts val="0"/>
                        </a:spcAft>
                        <a:buNone/>
                      </a:pPr>
                      <a:r>
                        <a:rPr lang="en-US"/>
                        <a:t> LSTM-2048 -2016</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43.7</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lnSpc>
                          <a:spcPct val="115000"/>
                        </a:lnSpc>
                        <a:spcBef>
                          <a:spcPts val="0"/>
                        </a:spcBef>
                        <a:spcAft>
                          <a:spcPts val="0"/>
                        </a:spcAft>
                        <a:buNone/>
                      </a:pPr>
                      <a:r>
                        <a:rPr lang="en-US"/>
                        <a:t>2-layer LSTM-8192 – 2016</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30</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0">
                <a:tc>
                  <a:txBody>
                    <a:bodyPr/>
                    <a:lstStyle/>
                    <a:p>
                      <a:pPr marL="0" lvl="0" indent="0" algn="l" rtl="0">
                        <a:lnSpc>
                          <a:spcPct val="115000"/>
                        </a:lnSpc>
                        <a:spcBef>
                          <a:spcPts val="0"/>
                        </a:spcBef>
                        <a:spcAft>
                          <a:spcPts val="0"/>
                        </a:spcAft>
                        <a:buNone/>
                      </a:pPr>
                      <a:r>
                        <a:rPr lang="en-US"/>
                        <a:t>Ours small (LSTM-2048)</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t>43.9</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0">
                <a:tc>
                  <a:txBody>
                    <a:bodyPr/>
                    <a:lstStyle/>
                    <a:p>
                      <a:pPr marL="0" lvl="0" indent="0" algn="l" rtl="0">
                        <a:lnSpc>
                          <a:spcPct val="115000"/>
                        </a:lnSpc>
                        <a:spcBef>
                          <a:spcPts val="0"/>
                        </a:spcBef>
                        <a:spcAft>
                          <a:spcPts val="0"/>
                        </a:spcAft>
                        <a:buNone/>
                      </a:pPr>
                      <a:r>
                        <a:rPr lang="en-US"/>
                        <a:t>Ours large (2-layer LSTM-2048)</a:t>
                      </a:r>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a:highlight>
                            <a:srgbClr val="FFFF00"/>
                          </a:highlight>
                        </a:rPr>
                        <a:t>39.8</a:t>
                      </a:r>
                      <a:endParaRPr>
                        <a:highlight>
                          <a:srgbClr val="FFFF00"/>
                        </a:highlight>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161" name="Google Shape;161;p1"/>
          <p:cNvSpPr txBox="1"/>
          <p:nvPr/>
        </p:nvSpPr>
        <p:spPr>
          <a:xfrm>
            <a:off x="30014075" y="18665275"/>
            <a:ext cx="30000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a:t>King- man+ woman = queen (GloVe)</a:t>
            </a:r>
            <a:endParaRPr/>
          </a:p>
        </p:txBody>
      </p:sp>
      <p:pic>
        <p:nvPicPr>
          <p:cNvPr id="162" name="Google Shape;162;p1"/>
          <p:cNvPicPr preferRelativeResize="0"/>
          <p:nvPr/>
        </p:nvPicPr>
        <p:blipFill>
          <a:blip r:embed="rId47">
            <a:alphaModFix/>
          </a:blip>
          <a:stretch>
            <a:fillRect/>
          </a:stretch>
        </p:blipFill>
        <p:spPr>
          <a:xfrm>
            <a:off x="15130874" y="27201099"/>
            <a:ext cx="8918060" cy="5571901"/>
          </a:xfrm>
          <a:prstGeom prst="rect">
            <a:avLst/>
          </a:prstGeom>
          <a:noFill/>
          <a:ln>
            <a:noFill/>
          </a:ln>
        </p:spPr>
      </p:pic>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2439</Words>
  <Application>Microsoft Office PowerPoint</Application>
  <PresentationFormat>Custom</PresentationFormat>
  <Paragraphs>173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Default Design</vt:lpstr>
      <vt:lpstr>Natural Language Processing(NLP)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Dave Goorahoo</dc:creator>
  <cp:lastModifiedBy>ramu naidu</cp:lastModifiedBy>
  <cp:revision>1</cp:revision>
  <dcterms:created xsi:type="dcterms:W3CDTF">2000-11-02T22:21:55Z</dcterms:created>
  <dcterms:modified xsi:type="dcterms:W3CDTF">2026-04-28T21:21:54Z</dcterms:modified>
</cp:coreProperties>
</file>